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1B_0.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50" r:id="rId2"/>
    <p:sldMasterId id="2147483652" r:id="rId3"/>
    <p:sldMasterId id="2147483654" r:id="rId4"/>
    <p:sldMasterId id="2147483671" r:id="rId5"/>
  </p:sldMasterIdLst>
  <p:notesMasterIdLst>
    <p:notesMasterId r:id="rId30"/>
  </p:notesMasterIdLst>
  <p:sldIdLst>
    <p:sldId id="256" r:id="rId6"/>
    <p:sldId id="257" r:id="rId7"/>
    <p:sldId id="258" r:id="rId8"/>
    <p:sldId id="282" r:id="rId9"/>
    <p:sldId id="272" r:id="rId10"/>
    <p:sldId id="283" r:id="rId11"/>
    <p:sldId id="266" r:id="rId12"/>
    <p:sldId id="284" r:id="rId13"/>
    <p:sldId id="259" r:id="rId14"/>
    <p:sldId id="280" r:id="rId15"/>
    <p:sldId id="260" r:id="rId16"/>
    <p:sldId id="261" r:id="rId17"/>
    <p:sldId id="285" r:id="rId18"/>
    <p:sldId id="262" r:id="rId19"/>
    <p:sldId id="263" r:id="rId20"/>
    <p:sldId id="264" r:id="rId21"/>
    <p:sldId id="265" r:id="rId22"/>
    <p:sldId id="271" r:id="rId23"/>
    <p:sldId id="277" r:id="rId24"/>
    <p:sldId id="278" r:id="rId25"/>
    <p:sldId id="269" r:id="rId26"/>
    <p:sldId id="275" r:id="rId27"/>
    <p:sldId id="274" r:id="rId28"/>
    <p:sldId id="273" r:id="rId2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2" roundtripDataSignature="AMtx7milSnELRWICUGeDP40sEx0pgXDam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C16014D-E0FA-C7C2-1398-1DE201890628}" name="Emilie Rusch" initials="ER" userId="S::erusch@mines.edu::713eb260-420a-4fe6-9f1d-b9f222424d5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4628"/>
    <a:srgbClr val="CED5DD"/>
    <a:srgbClr val="183158"/>
    <a:srgbClr val="21314D"/>
    <a:srgbClr val="F0F702"/>
    <a:srgbClr val="AEB4BA"/>
    <a:srgbClr val="80848A"/>
    <a:srgbClr val="F1582A"/>
    <a:srgbClr val="F46B43"/>
    <a:srgbClr val="879EC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240"/>
    <p:restoredTop sz="67865"/>
  </p:normalViewPr>
  <p:slideViewPr>
    <p:cSldViewPr snapToGrid="0" snapToObjects="1">
      <p:cViewPr varScale="1">
        <p:scale>
          <a:sx n="100" d="100"/>
          <a:sy n="100" d="100"/>
        </p:scale>
        <p:origin x="2936"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slideMaster" Target="slideMasters/slideMaster3.xml"/><Relationship Id="rId21" Type="http://schemas.openxmlformats.org/officeDocument/2006/relationships/slide" Target="slides/slide16.xml"/><Relationship Id="rId55"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3"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57" Type="http://schemas.microsoft.com/office/2018/10/relationships/authors" Target="authors.xml"/><Relationship Id="rId10" Type="http://schemas.openxmlformats.org/officeDocument/2006/relationships/slide" Target="slides/slide5.xml"/><Relationship Id="rId19" Type="http://schemas.openxmlformats.org/officeDocument/2006/relationships/slide" Target="slides/slide14.xml"/><Relationship Id="rId52" Type="http://customschemas.google.com/relationships/presentationmetadata" Target="metadata"/><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notesMaster" Target="notesMasters/notesMaster1.xml"/><Relationship Id="rId56" Type="http://schemas.openxmlformats.org/officeDocument/2006/relationships/tableStyles" Target="tableStyles.xml"/><Relationship Id="rId8" Type="http://schemas.openxmlformats.org/officeDocument/2006/relationships/slide" Target="slides/slide3.xml"/></Relationships>
</file>

<file path=ppt/comments/modernComment_11B_0.xml><?xml version="1.0" encoding="utf-8"?>
<p188:cmLst xmlns:a="http://schemas.openxmlformats.org/drawingml/2006/main" xmlns:r="http://schemas.openxmlformats.org/officeDocument/2006/relationships" xmlns:p188="http://schemas.microsoft.com/office/powerpoint/2018/8/main">
  <p188:cm id="{F6C4E133-3491-426D-9BD8-82CC93488EEF}" authorId="{FC16014D-E0FA-C7C2-1398-1DE201890628}" status="resolved" created="2023-06-05T20:45:32.070">
    <pc:sldMkLst xmlns:pc="http://schemas.microsoft.com/office/powerpoint/2013/main/command">
      <pc:docMk/>
      <pc:sldMk cId="0" sldId="263"/>
    </pc:sldMkLst>
    <p188:txBody>
      <a:bodyPr/>
      <a:lstStyle/>
      <a:p>
        <a:r>
          <a:rPr lang="en-US"/>
          <a:t>Maybe a rough number of alumni? Like 30,000 alumni (I made that number up)</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 name="Google Shape;3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0" name="Google Shape;40;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52" name="Google Shape;5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 name="Google Shape;6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712750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endParaRPr lang="en-US">
              <a:cs typeface="Calibri"/>
            </a:endParaRPr>
          </a:p>
        </p:txBody>
      </p:sp>
      <p:sp>
        <p:nvSpPr>
          <p:cNvPr id="118" name="Google Shape;11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91126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Pick and choose your facts:</a:t>
            </a:r>
          </a:p>
          <a:p>
            <a:pPr marL="0" lvl="0" indent="0" algn="l" rtl="0">
              <a:spcBef>
                <a:spcPts val="0"/>
              </a:spcBef>
              <a:spcAft>
                <a:spcPts val="0"/>
              </a:spcAft>
              <a:buNone/>
            </a:pPr>
            <a:endParaRPr lang="en-US" dirty="0"/>
          </a:p>
          <a:p>
            <a:pPr marL="171450" indent="-171450">
              <a:buFont typeface="Arial" panose="020B0604020202020204" pitchFamily="34" charset="0"/>
              <a:buChar char="•"/>
            </a:pPr>
            <a:r>
              <a:rPr lang="en-US" dirty="0"/>
              <a:t>30,000+ Mines alumni </a:t>
            </a:r>
            <a:endParaRPr lang="en-US" dirty="0">
              <a:cs typeface="Calibri"/>
            </a:endParaRPr>
          </a:p>
          <a:p>
            <a:pPr marL="171450" indent="-171450">
              <a:buFont typeface="Arial" panose="020B0604020202020204" pitchFamily="34" charset="0"/>
              <a:buChar char="•"/>
            </a:pPr>
            <a:r>
              <a:rPr lang="en-US" dirty="0"/>
              <a:t>$106M in total research awards during fiscal year 2024</a:t>
            </a:r>
            <a:endParaRPr lang="en-US" dirty="0">
              <a:cs typeface="Calibri"/>
            </a:endParaRPr>
          </a:p>
          <a:p>
            <a:pPr marL="171450" indent="-171450">
              <a:buFont typeface="Arial" panose="020B0604020202020204" pitchFamily="34" charset="0"/>
              <a:buChar char="•"/>
            </a:pPr>
            <a:r>
              <a:rPr lang="en-US" dirty="0"/>
              <a:t>18 intercollegiate varsity athletics teams </a:t>
            </a:r>
            <a:endParaRPr lang="en-US" dirty="0">
              <a:cs typeface="Calibri"/>
            </a:endParaRPr>
          </a:p>
          <a:p>
            <a:pPr marL="171450" lvl="0" indent="-171450" algn="l" rtl="0">
              <a:spcBef>
                <a:spcPts val="0"/>
              </a:spcBef>
              <a:spcAft>
                <a:spcPts val="0"/>
              </a:spcAft>
              <a:buFont typeface="Arial" panose="020B0604020202020204" pitchFamily="34" charset="0"/>
              <a:buChar char="•"/>
            </a:pPr>
            <a:r>
              <a:rPr lang="en-US" sz="1800" b="0" dirty="0">
                <a:effectLst/>
                <a:latin typeface="HalyardText"/>
              </a:rPr>
              <a:t>200+ </a:t>
            </a:r>
            <a:r>
              <a:rPr lang="en-US" sz="1800" dirty="0">
                <a:effectLst/>
                <a:latin typeface="HalyardTextBook"/>
              </a:rPr>
              <a:t>student-led organizations to choose from</a:t>
            </a:r>
          </a:p>
          <a:p>
            <a:pPr marL="171450" indent="-171450">
              <a:buClr>
                <a:srgbClr val="000000"/>
              </a:buClr>
              <a:buSzPts val="1400"/>
              <a:buFont typeface="Arial" panose="020B0604020202020204" pitchFamily="34" charset="0"/>
              <a:buChar char="•"/>
              <a:defRPr/>
            </a:pPr>
            <a:r>
              <a:rPr lang="en-US" dirty="0"/>
              <a:t>An R1 “very high research activity” institution </a:t>
            </a:r>
            <a:endParaRPr lang="en-US" dirty="0">
              <a:cs typeface="Calibri"/>
            </a:endParaRPr>
          </a:p>
          <a:p>
            <a:pPr marL="171450" indent="-171450">
              <a:buClr>
                <a:srgbClr val="000000"/>
              </a:buClr>
              <a:buSzPts val="1400"/>
              <a:buFont typeface="Arial" panose="020B0604020202020204" pitchFamily="34" charset="0"/>
              <a:buChar char="•"/>
            </a:pPr>
            <a:r>
              <a:rPr lang="en-US" dirty="0">
                <a:solidFill>
                  <a:srgbClr val="2B2B2B"/>
                </a:solidFill>
                <a:latin typeface="Lato"/>
                <a:ea typeface="Lato"/>
                <a:cs typeface="Lato"/>
              </a:rPr>
              <a:t>767 organizations posted 3,282 jobs in </a:t>
            </a:r>
            <a:r>
              <a:rPr lang="en-US" dirty="0" err="1">
                <a:solidFill>
                  <a:srgbClr val="2B2B2B"/>
                </a:solidFill>
                <a:latin typeface="Lato"/>
                <a:ea typeface="Lato"/>
                <a:cs typeface="Lato"/>
              </a:rPr>
              <a:t>Diggernet</a:t>
            </a:r>
            <a:endParaRPr lang="en-US" dirty="0">
              <a:solidFill>
                <a:srgbClr val="2B2B2B"/>
              </a:solidFill>
              <a:latin typeface="Lato"/>
              <a:ea typeface="Lato"/>
              <a:cs typeface="Lato"/>
            </a:endParaRPr>
          </a:p>
          <a:p>
            <a:pPr marL="171450" lvl="0" indent="-171450" algn="l" rtl="0">
              <a:spcBef>
                <a:spcPts val="0"/>
              </a:spcBef>
              <a:spcAft>
                <a:spcPts val="0"/>
              </a:spcAft>
              <a:buFont typeface="Arial" panose="020B0604020202020204" pitchFamily="34" charset="0"/>
              <a:buChar char="•"/>
            </a:pPr>
            <a:r>
              <a:rPr lang="en-US" dirty="0"/>
              <a:t>Top 40 public university, as ranked by U.S. News &amp; World Report</a:t>
            </a:r>
            <a:endParaRPr lang="en-US" dirty="0">
              <a:cs typeface="Calibri"/>
            </a:endParaRPr>
          </a:p>
          <a:p>
            <a:pPr marL="171450" lvl="0" indent="-171450" algn="l" rtl="0">
              <a:spcBef>
                <a:spcPts val="0"/>
              </a:spcBef>
              <a:spcAft>
                <a:spcPts val="0"/>
              </a:spcAft>
              <a:buFont typeface="Arial" panose="020B0604020202020204" pitchFamily="34" charset="0"/>
              <a:buChar char="•"/>
            </a:pPr>
            <a:r>
              <a:rPr lang="en-US" dirty="0"/>
              <a:t>Top 10 graduate programs in the country for Petroleum Engineering, Geophysics, Geology, as ranked by U.S. News &amp; World Report</a:t>
            </a:r>
            <a:endParaRPr lang="en-US" dirty="0">
              <a:cs typeface="Calibri"/>
            </a:endParaRPr>
          </a:p>
          <a:p>
            <a:pPr marL="171450" lvl="0" indent="-171450" algn="l" rtl="0">
              <a:spcBef>
                <a:spcPts val="0"/>
              </a:spcBef>
              <a:spcAft>
                <a:spcPts val="0"/>
              </a:spcAft>
              <a:buFont typeface="Arial" panose="020B0604020202020204" pitchFamily="34" charset="0"/>
              <a:buChar char="•"/>
            </a:pPr>
            <a:r>
              <a:rPr lang="en-US" dirty="0"/>
              <a:t>199 Academic All-Americans in Mines history – the most by any NCAA Division II institution</a:t>
            </a:r>
            <a:endParaRPr lang="en-US" dirty="0">
              <a:cs typeface="Calibri"/>
            </a:endParaRPr>
          </a:p>
          <a:p>
            <a:pPr marL="171450" lvl="0" indent="-171450" algn="l" rtl="0">
              <a:spcBef>
                <a:spcPts val="0"/>
              </a:spcBef>
              <a:spcAft>
                <a:spcPts val="0"/>
              </a:spcAft>
              <a:buFont typeface="Arial" panose="020B0604020202020204" pitchFamily="34" charset="0"/>
              <a:buChar char="•"/>
            </a:pPr>
            <a:endParaRPr lang="en-US" b="0" i="0" u="none" strike="noStrike" dirty="0">
              <a:solidFill>
                <a:srgbClr val="2B2B2B"/>
              </a:solidFill>
              <a:effectLst/>
              <a:latin typeface="Lato" panose="020F0502020204030203" pitchFamily="34" charset="0"/>
            </a:endParaRPr>
          </a:p>
          <a:p>
            <a:pPr marL="0" lvl="0" indent="0" algn="l" rtl="0">
              <a:spcBef>
                <a:spcPts val="0"/>
              </a:spcBef>
              <a:spcAft>
                <a:spcPts val="0"/>
              </a:spcAft>
              <a:buFont typeface="Arial" panose="020B0604020202020204" pitchFamily="34" charset="0"/>
              <a:buNone/>
            </a:pPr>
            <a:r>
              <a:rPr lang="en-US" b="0" i="0" u="none" strike="noStrike" dirty="0">
                <a:solidFill>
                  <a:srgbClr val="2B2B2B"/>
                </a:solidFill>
                <a:effectLst/>
                <a:latin typeface="Lato"/>
                <a:ea typeface="Lato"/>
                <a:cs typeface="Lato"/>
              </a:rPr>
              <a:t>For the latest rankings, visit: https://</a:t>
            </a:r>
            <a:r>
              <a:rPr lang="en-US" b="0" i="0" u="none" strike="noStrike" dirty="0" err="1">
                <a:solidFill>
                  <a:srgbClr val="2B2B2B"/>
                </a:solidFill>
                <a:effectLst/>
                <a:latin typeface="Lato"/>
                <a:ea typeface="Lato"/>
                <a:cs typeface="Lato"/>
              </a:rPr>
              <a:t>www.mines.edu</a:t>
            </a:r>
            <a:r>
              <a:rPr lang="en-US" b="0" i="0" u="none" strike="noStrike" dirty="0">
                <a:solidFill>
                  <a:srgbClr val="2B2B2B"/>
                </a:solidFill>
                <a:effectLst/>
                <a:latin typeface="Lato"/>
                <a:ea typeface="Lato"/>
                <a:cs typeface="Lato"/>
              </a:rPr>
              <a:t>/rankings</a:t>
            </a:r>
          </a:p>
          <a:p>
            <a:endParaRPr lang="en-US" dirty="0"/>
          </a:p>
        </p:txBody>
      </p:sp>
      <p:sp>
        <p:nvSpPr>
          <p:cNvPr id="118" name="Google Shape;11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a:t>Pick and choose your facts:</a:t>
            </a:r>
            <a:br>
              <a:rPr lang="en-US"/>
            </a:br>
            <a:endParaRPr lang="en-US">
              <a:cs typeface="Calibri"/>
            </a:endParaRPr>
          </a:p>
          <a:p>
            <a:pPr marL="171450" indent="-171450">
              <a:buFont typeface="Arial"/>
              <a:buChar char="•"/>
            </a:pPr>
            <a:r>
              <a:rPr lang="en-US"/>
              <a:t>Enjoy 45+ restaurants, 14 coffee shops and bakeries and 3 grocery stores within walking distance of campus</a:t>
            </a:r>
            <a:endParaRPr lang="en-US">
              <a:cs typeface="Calibri" panose="020F0502020204030204"/>
            </a:endParaRPr>
          </a:p>
          <a:p>
            <a:pPr marL="171450" indent="-171450">
              <a:buFont typeface="Arial"/>
              <a:buChar char="•"/>
            </a:pPr>
            <a:r>
              <a:rPr lang="en-US"/>
              <a:t>Discover 25+ hiking trails in the Golden community</a:t>
            </a:r>
          </a:p>
          <a:p>
            <a:pPr marL="171450" indent="-171450">
              <a:buFont typeface="Arial"/>
              <a:buChar char="•"/>
            </a:pPr>
            <a:r>
              <a:rPr lang="en-US"/>
              <a:t>Explore 20+ museums and cultural icons in the Denver Metro area and beyond</a:t>
            </a:r>
          </a:p>
          <a:p>
            <a:pPr marL="171450" indent="-171450">
              <a:buFont typeface="Arial"/>
              <a:buChar char="•"/>
            </a:pPr>
            <a:r>
              <a:rPr lang="en-US">
                <a:cs typeface="Calibri" panose="020F0502020204030204"/>
              </a:rPr>
              <a:t>12 ski resorts within one hour</a:t>
            </a:r>
          </a:p>
        </p:txBody>
      </p:sp>
      <p:sp>
        <p:nvSpPr>
          <p:cNvPr id="134" name="Google Shape;13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96105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endParaRPr lang="en-US">
              <a:cs typeface="Calibri"/>
            </a:endParaRPr>
          </a:p>
        </p:txBody>
      </p:sp>
      <p:sp>
        <p:nvSpPr>
          <p:cNvPr id="134" name="Google Shape;13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81161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 name="Google Shape;8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519680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048367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BB60CC85-5377-9D48-8C22-42E3D6D7AFD9}"/>
              </a:ext>
            </a:extLst>
          </p:cNvPr>
          <p:cNvSpPr>
            <a:spLocks noGrp="1"/>
          </p:cNvSpPr>
          <p:nvPr>
            <p:ph type="body" sz="quarter" idx="11" hasCustomPrompt="1"/>
          </p:nvPr>
        </p:nvSpPr>
        <p:spPr>
          <a:xfrm>
            <a:off x="795763" y="3874930"/>
            <a:ext cx="6652981" cy="2164924"/>
          </a:xfrm>
          <a:prstGeom prst="rect">
            <a:avLst/>
          </a:prstGeom>
        </p:spPr>
        <p:txBody>
          <a:bodyPr/>
          <a:lstStyle>
            <a:lvl1pPr>
              <a:defRPr sz="6000" b="1" i="0">
                <a:solidFill>
                  <a:schemeClr val="bg1"/>
                </a:solidFill>
                <a:latin typeface="Arial Black" panose="020B0604020202020204" pitchFamily="34" charset="0"/>
                <a:cs typeface="Arial Black" panose="020B0604020202020204" pitchFamily="34" charset="0"/>
              </a:defRPr>
            </a:lvl1pPr>
            <a:lvl2pPr>
              <a:defRPr sz="6600" b="1" i="0">
                <a:solidFill>
                  <a:schemeClr val="bg1"/>
                </a:solidFill>
                <a:latin typeface="Arial Black" panose="020B0604020202020204" pitchFamily="34" charset="0"/>
                <a:cs typeface="Arial Black" panose="020B0604020202020204" pitchFamily="34" charset="0"/>
              </a:defRPr>
            </a:lvl2pPr>
            <a:lvl3pPr>
              <a:defRPr sz="6600" b="1" i="0">
                <a:solidFill>
                  <a:schemeClr val="bg1"/>
                </a:solidFill>
                <a:latin typeface="Arial Black" panose="020B0604020202020204" pitchFamily="34" charset="0"/>
                <a:cs typeface="Arial Black" panose="020B0604020202020204" pitchFamily="34" charset="0"/>
              </a:defRPr>
            </a:lvl3pPr>
            <a:lvl4pPr>
              <a:defRPr sz="6600" b="1" i="0">
                <a:solidFill>
                  <a:schemeClr val="bg1"/>
                </a:solidFill>
                <a:latin typeface="Arial Black" panose="020B0604020202020204" pitchFamily="34" charset="0"/>
                <a:cs typeface="Arial Black" panose="020B0604020202020204" pitchFamily="34" charset="0"/>
              </a:defRPr>
            </a:lvl4pPr>
            <a:lvl5pPr>
              <a:defRPr sz="6600" b="1" i="0">
                <a:solidFill>
                  <a:schemeClr val="bg1"/>
                </a:solidFill>
                <a:latin typeface="Arial Black" panose="020B0604020202020204" pitchFamily="34" charset="0"/>
                <a:cs typeface="Arial Black" panose="020B0604020202020204" pitchFamily="34" charset="0"/>
              </a:defRPr>
            </a:lvl5pPr>
          </a:lstStyle>
          <a:p>
            <a:pPr lvl="0"/>
            <a:r>
              <a:rPr lang="en-US" dirty="0"/>
              <a:t>SECTION </a:t>
            </a:r>
            <a:br>
              <a:rPr lang="en-US" dirty="0"/>
            </a:br>
            <a:r>
              <a:rPr lang="en-US" dirty="0"/>
              <a:t>DIVIDER</a:t>
            </a:r>
          </a:p>
        </p:txBody>
      </p:sp>
      <p:sp>
        <p:nvSpPr>
          <p:cNvPr id="6" name="Text Placeholder 4">
            <a:extLst>
              <a:ext uri="{FF2B5EF4-FFF2-40B4-BE49-F238E27FC236}">
                <a16:creationId xmlns:a16="http://schemas.microsoft.com/office/drawing/2014/main" id="{FF9E6617-C0D2-C747-8F1A-40B56F248D6A}"/>
              </a:ext>
            </a:extLst>
          </p:cNvPr>
          <p:cNvSpPr>
            <a:spLocks noGrp="1"/>
          </p:cNvSpPr>
          <p:nvPr>
            <p:ph type="body" sz="quarter" idx="12" hasCustomPrompt="1"/>
          </p:nvPr>
        </p:nvSpPr>
        <p:spPr>
          <a:xfrm>
            <a:off x="795763" y="3429000"/>
            <a:ext cx="6652981" cy="445929"/>
          </a:xfrm>
          <a:prstGeom prst="rect">
            <a:avLst/>
          </a:prstGeom>
        </p:spPr>
        <p:txBody>
          <a:bodyPr/>
          <a:lstStyle>
            <a:lvl1pPr>
              <a:defRPr sz="1800" b="1" i="0">
                <a:solidFill>
                  <a:schemeClr val="bg1"/>
                </a:solidFill>
                <a:latin typeface="Courier New" panose="02070309020205020404" pitchFamily="49" charset="0"/>
                <a:cs typeface="Courier New" panose="02070309020205020404" pitchFamily="49" charset="0"/>
              </a:defRPr>
            </a:lvl1pPr>
            <a:lvl2pPr>
              <a:defRPr>
                <a:solidFill>
                  <a:schemeClr val="bg1"/>
                </a:solidFill>
                <a:latin typeface="Courier New" panose="02070309020205020404" pitchFamily="49" charset="0"/>
                <a:cs typeface="Courier New" panose="02070309020205020404" pitchFamily="49" charset="0"/>
              </a:defRPr>
            </a:lvl2pPr>
            <a:lvl3pPr>
              <a:defRPr b="1" i="0">
                <a:solidFill>
                  <a:schemeClr val="bg1"/>
                </a:solidFill>
                <a:latin typeface="Courier New" panose="02070309020205020404" pitchFamily="49" charset="0"/>
                <a:cs typeface="Courier New" panose="02070309020205020404" pitchFamily="49" charset="0"/>
              </a:defRPr>
            </a:lvl3pPr>
            <a:lvl4pPr>
              <a:defRPr>
                <a:solidFill>
                  <a:schemeClr val="bg1"/>
                </a:solidFill>
                <a:latin typeface="Courier New" panose="02070309020205020404" pitchFamily="49" charset="0"/>
                <a:cs typeface="Courier New" panose="02070309020205020404" pitchFamily="49" charset="0"/>
              </a:defRPr>
            </a:lvl4pPr>
            <a:lvl5pPr>
              <a:defRPr>
                <a:solidFill>
                  <a:schemeClr val="bg1"/>
                </a:solidFill>
                <a:latin typeface="Courier New" panose="02070309020205020404" pitchFamily="49" charset="0"/>
                <a:cs typeface="Courier New" panose="02070309020205020404" pitchFamily="49" charset="0"/>
              </a:defRPr>
            </a:lvl5pPr>
          </a:lstStyle>
          <a:p>
            <a:pPr lvl="0"/>
            <a:r>
              <a:rPr lang="en-US" dirty="0"/>
              <a:t>SUBHEAD HERE</a:t>
            </a:r>
          </a:p>
        </p:txBody>
      </p:sp>
      <p:pic>
        <p:nvPicPr>
          <p:cNvPr id="3" name="Picture 2">
            <a:extLst>
              <a:ext uri="{FF2B5EF4-FFF2-40B4-BE49-F238E27FC236}">
                <a16:creationId xmlns:a16="http://schemas.microsoft.com/office/drawing/2014/main" id="{E11ED13F-D44B-7F09-FC9A-5CABA8B94772}"/>
              </a:ext>
            </a:extLst>
          </p:cNvPr>
          <p:cNvPicPr>
            <a:picLocks noChangeAspect="1"/>
          </p:cNvPicPr>
          <p:nvPr userDrawn="1"/>
        </p:nvPicPr>
        <p:blipFill>
          <a:blip r:embed="rId2"/>
          <a:srcRect/>
          <a:stretch/>
        </p:blipFill>
        <p:spPr>
          <a:xfrm>
            <a:off x="9511931" y="62539"/>
            <a:ext cx="2680069" cy="747399"/>
          </a:xfrm>
          <a:prstGeom prst="rect">
            <a:avLst/>
          </a:prstGeom>
        </p:spPr>
      </p:pic>
    </p:spTree>
    <p:extLst>
      <p:ext uri="{BB962C8B-B14F-4D97-AF65-F5344CB8AC3E}">
        <p14:creationId xmlns:p14="http://schemas.microsoft.com/office/powerpoint/2010/main" val="3210039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userDrawn="1">
  <p:cSld name="Title Slide">
    <p:spTree>
      <p:nvGrpSpPr>
        <p:cNvPr id="1" name="Shape 11"/>
        <p:cNvGrpSpPr/>
        <p:nvPr/>
      </p:nvGrpSpPr>
      <p:grpSpPr>
        <a:xfrm>
          <a:off x="0" y="0"/>
          <a:ext cx="0" cy="0"/>
          <a:chOff x="0" y="0"/>
          <a:chExt cx="0" cy="0"/>
        </a:xfrm>
      </p:grpSpPr>
      <p:sp>
        <p:nvSpPr>
          <p:cNvPr id="3" name="Text Placeholder 2">
            <a:extLst>
              <a:ext uri="{FF2B5EF4-FFF2-40B4-BE49-F238E27FC236}">
                <a16:creationId xmlns:a16="http://schemas.microsoft.com/office/drawing/2014/main" id="{320FE476-C023-5246-B9AF-38F170C9FAF5}"/>
              </a:ext>
            </a:extLst>
          </p:cNvPr>
          <p:cNvSpPr>
            <a:spLocks noGrp="1"/>
          </p:cNvSpPr>
          <p:nvPr>
            <p:ph type="body" sz="quarter" idx="10" hasCustomPrompt="1"/>
          </p:nvPr>
        </p:nvSpPr>
        <p:spPr>
          <a:xfrm>
            <a:off x="353758" y="2685256"/>
            <a:ext cx="11496865" cy="1487487"/>
          </a:xfrm>
          <a:prstGeom prst="rect">
            <a:avLst/>
          </a:prstGeom>
        </p:spPr>
        <p:txBody>
          <a:bodyPr/>
          <a:lstStyle>
            <a:lvl1pPr>
              <a:defRPr sz="6000" b="1" i="0">
                <a:solidFill>
                  <a:schemeClr val="bg1"/>
                </a:solidFill>
                <a:latin typeface="Arial Black" panose="020B0604020202020204" pitchFamily="34" charset="0"/>
                <a:cs typeface="Arial Black" panose="020B0604020202020204" pitchFamily="34" charset="0"/>
              </a:defRPr>
            </a:lvl1pPr>
            <a:lvl2pPr>
              <a:defRPr sz="6600" b="1" i="0">
                <a:solidFill>
                  <a:schemeClr val="bg1"/>
                </a:solidFill>
                <a:latin typeface="Arial Black" panose="020B0604020202020204" pitchFamily="34" charset="0"/>
                <a:cs typeface="Arial Black" panose="020B0604020202020204" pitchFamily="34" charset="0"/>
              </a:defRPr>
            </a:lvl2pPr>
            <a:lvl3pPr>
              <a:defRPr sz="6600" b="1" i="0">
                <a:solidFill>
                  <a:schemeClr val="bg1"/>
                </a:solidFill>
                <a:latin typeface="Arial Black" panose="020B0604020202020204" pitchFamily="34" charset="0"/>
                <a:cs typeface="Arial Black" panose="020B0604020202020204" pitchFamily="34" charset="0"/>
              </a:defRPr>
            </a:lvl3pPr>
            <a:lvl4pPr>
              <a:defRPr sz="6600" b="1" i="0">
                <a:solidFill>
                  <a:schemeClr val="bg1"/>
                </a:solidFill>
                <a:latin typeface="Arial Black" panose="020B0604020202020204" pitchFamily="34" charset="0"/>
                <a:cs typeface="Arial Black" panose="020B0604020202020204" pitchFamily="34" charset="0"/>
              </a:defRPr>
            </a:lvl4pPr>
            <a:lvl5pPr>
              <a:defRPr sz="6600" b="1" i="0">
                <a:solidFill>
                  <a:schemeClr val="bg1"/>
                </a:solidFill>
                <a:latin typeface="Arial Black" panose="020B0604020202020204" pitchFamily="34" charset="0"/>
                <a:cs typeface="Arial Black" panose="020B0604020202020204" pitchFamily="34" charset="0"/>
              </a:defRPr>
            </a:lvl5pPr>
          </a:lstStyle>
          <a:p>
            <a:pPr lvl="0"/>
            <a:r>
              <a:rPr lang="en-US" dirty="0"/>
              <a:t>MAIN HEADLINE HERE</a:t>
            </a:r>
          </a:p>
        </p:txBody>
      </p:sp>
      <p:sp>
        <p:nvSpPr>
          <p:cNvPr id="5" name="Text Placeholder 4">
            <a:extLst>
              <a:ext uri="{FF2B5EF4-FFF2-40B4-BE49-F238E27FC236}">
                <a16:creationId xmlns:a16="http://schemas.microsoft.com/office/drawing/2014/main" id="{DC53DE34-CFBB-4342-A8D8-1670888F6213}"/>
              </a:ext>
            </a:extLst>
          </p:cNvPr>
          <p:cNvSpPr>
            <a:spLocks noGrp="1"/>
          </p:cNvSpPr>
          <p:nvPr>
            <p:ph type="body" sz="quarter" idx="11" hasCustomPrompt="1"/>
          </p:nvPr>
        </p:nvSpPr>
        <p:spPr>
          <a:xfrm>
            <a:off x="353758" y="4171950"/>
            <a:ext cx="11496865" cy="558800"/>
          </a:xfrm>
          <a:prstGeom prst="rect">
            <a:avLst/>
          </a:prstGeom>
        </p:spPr>
        <p:txBody>
          <a:bodyPr/>
          <a:lstStyle>
            <a:lvl1pPr>
              <a:defRPr sz="1800" b="1" i="0">
                <a:solidFill>
                  <a:schemeClr val="bg1"/>
                </a:solidFill>
                <a:latin typeface="Courier New" panose="02070309020205020404" pitchFamily="49" charset="0"/>
                <a:cs typeface="Courier New" panose="02070309020205020404" pitchFamily="49" charset="0"/>
              </a:defRPr>
            </a:lvl1pPr>
            <a:lvl2pPr>
              <a:defRPr>
                <a:solidFill>
                  <a:schemeClr val="bg1"/>
                </a:solidFill>
                <a:latin typeface="Courier New" panose="02070309020205020404" pitchFamily="49" charset="0"/>
                <a:cs typeface="Courier New" panose="02070309020205020404" pitchFamily="49" charset="0"/>
              </a:defRPr>
            </a:lvl2pPr>
            <a:lvl3pPr>
              <a:defRPr b="1" i="0">
                <a:solidFill>
                  <a:schemeClr val="bg1"/>
                </a:solidFill>
                <a:latin typeface="Courier New" panose="02070309020205020404" pitchFamily="49" charset="0"/>
                <a:cs typeface="Courier New" panose="02070309020205020404" pitchFamily="49" charset="0"/>
              </a:defRPr>
            </a:lvl3pPr>
            <a:lvl4pPr>
              <a:defRPr>
                <a:solidFill>
                  <a:schemeClr val="bg1"/>
                </a:solidFill>
                <a:latin typeface="Courier New" panose="02070309020205020404" pitchFamily="49" charset="0"/>
                <a:cs typeface="Courier New" panose="02070309020205020404" pitchFamily="49" charset="0"/>
              </a:defRPr>
            </a:lvl4pPr>
            <a:lvl5pPr>
              <a:defRPr>
                <a:solidFill>
                  <a:schemeClr val="bg1"/>
                </a:solidFill>
                <a:latin typeface="Courier New" panose="02070309020205020404" pitchFamily="49" charset="0"/>
                <a:cs typeface="Courier New" panose="02070309020205020404" pitchFamily="49" charset="0"/>
              </a:defRPr>
            </a:lvl5pPr>
          </a:lstStyle>
          <a:p>
            <a:pPr lvl="0"/>
            <a:r>
              <a:rPr lang="en-US" dirty="0"/>
              <a:t>Sub-Head Here</a:t>
            </a:r>
          </a:p>
        </p:txBody>
      </p:sp>
      <p:sp>
        <p:nvSpPr>
          <p:cNvPr id="8" name="Text Placeholder 7">
            <a:extLst>
              <a:ext uri="{FF2B5EF4-FFF2-40B4-BE49-F238E27FC236}">
                <a16:creationId xmlns:a16="http://schemas.microsoft.com/office/drawing/2014/main" id="{3A55B0E5-E401-744B-9F21-0224F708CF80}"/>
              </a:ext>
            </a:extLst>
          </p:cNvPr>
          <p:cNvSpPr>
            <a:spLocks noGrp="1"/>
          </p:cNvSpPr>
          <p:nvPr>
            <p:ph type="body" sz="quarter" idx="12" hasCustomPrompt="1"/>
          </p:nvPr>
        </p:nvSpPr>
        <p:spPr>
          <a:xfrm>
            <a:off x="10144125" y="6546850"/>
            <a:ext cx="1943100" cy="219075"/>
          </a:xfrm>
          <a:prstGeom prst="rect">
            <a:avLst/>
          </a:prstGeom>
        </p:spPr>
        <p:txBody>
          <a:bodyPr/>
          <a:lstStyle>
            <a:lvl1pPr algn="r">
              <a:defRPr sz="700">
                <a:solidFill>
                  <a:schemeClr val="bg1"/>
                </a:solidFill>
                <a:latin typeface="Courier New" panose="02070309020205020404" pitchFamily="49" charset="0"/>
                <a:cs typeface="Courier New" panose="02070309020205020404" pitchFamily="49" charset="0"/>
              </a:defRPr>
            </a:lvl1pPr>
            <a:lvl2pPr>
              <a:defRPr sz="700">
                <a:solidFill>
                  <a:schemeClr val="bg1"/>
                </a:solidFill>
                <a:latin typeface="Courier New" panose="02070309020205020404" pitchFamily="49" charset="0"/>
                <a:cs typeface="Courier New" panose="02070309020205020404" pitchFamily="49" charset="0"/>
              </a:defRPr>
            </a:lvl2pPr>
            <a:lvl3pPr>
              <a:defRPr sz="700">
                <a:solidFill>
                  <a:schemeClr val="bg1"/>
                </a:solidFill>
                <a:latin typeface="Courier New" panose="02070309020205020404" pitchFamily="49" charset="0"/>
                <a:cs typeface="Courier New" panose="02070309020205020404" pitchFamily="49" charset="0"/>
              </a:defRPr>
            </a:lvl3pPr>
            <a:lvl4pPr>
              <a:defRPr sz="700">
                <a:solidFill>
                  <a:schemeClr val="bg1"/>
                </a:solidFill>
                <a:latin typeface="Courier New" panose="02070309020205020404" pitchFamily="49" charset="0"/>
                <a:cs typeface="Courier New" panose="02070309020205020404" pitchFamily="49" charset="0"/>
              </a:defRPr>
            </a:lvl4pPr>
            <a:lvl5pPr>
              <a:defRPr sz="700">
                <a:solidFill>
                  <a:schemeClr val="bg1"/>
                </a:solidFill>
                <a:latin typeface="Courier New" panose="02070309020205020404" pitchFamily="49" charset="0"/>
                <a:cs typeface="Courier New" panose="02070309020205020404" pitchFamily="49" charset="0"/>
              </a:defRPr>
            </a:lvl5pPr>
          </a:lstStyle>
          <a:p>
            <a:pPr lvl="0"/>
            <a:r>
              <a:rPr lang="en-US" dirty="0"/>
              <a:t>1</a:t>
            </a:r>
          </a:p>
        </p:txBody>
      </p:sp>
      <p:pic>
        <p:nvPicPr>
          <p:cNvPr id="4" name="Picture 3">
            <a:extLst>
              <a:ext uri="{FF2B5EF4-FFF2-40B4-BE49-F238E27FC236}">
                <a16:creationId xmlns:a16="http://schemas.microsoft.com/office/drawing/2014/main" id="{4CBF6A20-0C06-B962-1CCC-FF830DA0F667}"/>
              </a:ext>
            </a:extLst>
          </p:cNvPr>
          <p:cNvPicPr>
            <a:picLocks noChangeAspect="1"/>
          </p:cNvPicPr>
          <p:nvPr userDrawn="1"/>
        </p:nvPicPr>
        <p:blipFill>
          <a:blip r:embed="rId2"/>
          <a:srcRect/>
          <a:stretch/>
        </p:blipFill>
        <p:spPr>
          <a:xfrm>
            <a:off x="0" y="51556"/>
            <a:ext cx="2680070" cy="74739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reserve="1" userDrawn="1">
  <p:cSld name="1_Title Slide">
    <p:spTree>
      <p:nvGrpSpPr>
        <p:cNvPr id="1" name="Shape 11"/>
        <p:cNvGrpSpPr/>
        <p:nvPr/>
      </p:nvGrpSpPr>
      <p:grpSpPr>
        <a:xfrm>
          <a:off x="0" y="0"/>
          <a:ext cx="0" cy="0"/>
          <a:chOff x="0" y="0"/>
          <a:chExt cx="0" cy="0"/>
        </a:xfrm>
      </p:grpSpPr>
      <p:sp>
        <p:nvSpPr>
          <p:cNvPr id="3" name="Text Placeholder 2">
            <a:extLst>
              <a:ext uri="{FF2B5EF4-FFF2-40B4-BE49-F238E27FC236}">
                <a16:creationId xmlns:a16="http://schemas.microsoft.com/office/drawing/2014/main" id="{320FE476-C023-5246-B9AF-38F170C9FAF5}"/>
              </a:ext>
            </a:extLst>
          </p:cNvPr>
          <p:cNvSpPr>
            <a:spLocks noGrp="1"/>
          </p:cNvSpPr>
          <p:nvPr>
            <p:ph type="body" sz="quarter" idx="10" hasCustomPrompt="1"/>
          </p:nvPr>
        </p:nvSpPr>
        <p:spPr>
          <a:xfrm>
            <a:off x="353758" y="2685256"/>
            <a:ext cx="11496865" cy="1487487"/>
          </a:xfrm>
          <a:prstGeom prst="rect">
            <a:avLst/>
          </a:prstGeom>
        </p:spPr>
        <p:txBody>
          <a:bodyPr/>
          <a:lstStyle>
            <a:lvl1pPr>
              <a:defRPr sz="6000" b="1" i="0">
                <a:solidFill>
                  <a:schemeClr val="bg1"/>
                </a:solidFill>
                <a:latin typeface="Arial Black" panose="020B0604020202020204" pitchFamily="34" charset="0"/>
                <a:cs typeface="Arial Black" panose="020B0604020202020204" pitchFamily="34" charset="0"/>
              </a:defRPr>
            </a:lvl1pPr>
            <a:lvl2pPr>
              <a:defRPr sz="6600" b="1" i="0">
                <a:solidFill>
                  <a:schemeClr val="bg1"/>
                </a:solidFill>
                <a:latin typeface="Arial Black" panose="020B0604020202020204" pitchFamily="34" charset="0"/>
                <a:cs typeface="Arial Black" panose="020B0604020202020204" pitchFamily="34" charset="0"/>
              </a:defRPr>
            </a:lvl2pPr>
            <a:lvl3pPr>
              <a:defRPr sz="6600" b="1" i="0">
                <a:solidFill>
                  <a:schemeClr val="bg1"/>
                </a:solidFill>
                <a:latin typeface="Arial Black" panose="020B0604020202020204" pitchFamily="34" charset="0"/>
                <a:cs typeface="Arial Black" panose="020B0604020202020204" pitchFamily="34" charset="0"/>
              </a:defRPr>
            </a:lvl3pPr>
            <a:lvl4pPr>
              <a:defRPr sz="6600" b="1" i="0">
                <a:solidFill>
                  <a:schemeClr val="bg1"/>
                </a:solidFill>
                <a:latin typeface="Arial Black" panose="020B0604020202020204" pitchFamily="34" charset="0"/>
                <a:cs typeface="Arial Black" panose="020B0604020202020204" pitchFamily="34" charset="0"/>
              </a:defRPr>
            </a:lvl4pPr>
            <a:lvl5pPr>
              <a:defRPr sz="6600" b="1" i="0">
                <a:solidFill>
                  <a:schemeClr val="bg1"/>
                </a:solidFill>
                <a:latin typeface="Arial Black" panose="020B0604020202020204" pitchFamily="34" charset="0"/>
                <a:cs typeface="Arial Black" panose="020B0604020202020204" pitchFamily="34" charset="0"/>
              </a:defRPr>
            </a:lvl5pPr>
          </a:lstStyle>
          <a:p>
            <a:pPr lvl="0"/>
            <a:r>
              <a:rPr lang="en-US" dirty="0"/>
              <a:t>MAIN HEADLINE HERE</a:t>
            </a:r>
          </a:p>
        </p:txBody>
      </p:sp>
      <p:sp>
        <p:nvSpPr>
          <p:cNvPr id="5" name="Text Placeholder 4">
            <a:extLst>
              <a:ext uri="{FF2B5EF4-FFF2-40B4-BE49-F238E27FC236}">
                <a16:creationId xmlns:a16="http://schemas.microsoft.com/office/drawing/2014/main" id="{DC53DE34-CFBB-4342-A8D8-1670888F6213}"/>
              </a:ext>
            </a:extLst>
          </p:cNvPr>
          <p:cNvSpPr>
            <a:spLocks noGrp="1"/>
          </p:cNvSpPr>
          <p:nvPr>
            <p:ph type="body" sz="quarter" idx="11" hasCustomPrompt="1"/>
          </p:nvPr>
        </p:nvSpPr>
        <p:spPr>
          <a:xfrm>
            <a:off x="353758" y="2072084"/>
            <a:ext cx="11496865" cy="558800"/>
          </a:xfrm>
          <a:prstGeom prst="rect">
            <a:avLst/>
          </a:prstGeom>
        </p:spPr>
        <p:txBody>
          <a:bodyPr/>
          <a:lstStyle>
            <a:lvl1pPr>
              <a:defRPr sz="1800" b="1" i="0">
                <a:solidFill>
                  <a:schemeClr val="bg1"/>
                </a:solidFill>
                <a:latin typeface="Courier New" panose="02070309020205020404" pitchFamily="49" charset="0"/>
                <a:cs typeface="Courier New" panose="02070309020205020404" pitchFamily="49" charset="0"/>
              </a:defRPr>
            </a:lvl1pPr>
            <a:lvl2pPr>
              <a:defRPr>
                <a:solidFill>
                  <a:schemeClr val="bg1"/>
                </a:solidFill>
                <a:latin typeface="Courier New" panose="02070309020205020404" pitchFamily="49" charset="0"/>
                <a:cs typeface="Courier New" panose="02070309020205020404" pitchFamily="49" charset="0"/>
              </a:defRPr>
            </a:lvl2pPr>
            <a:lvl3pPr>
              <a:defRPr b="1" i="0">
                <a:solidFill>
                  <a:schemeClr val="bg1"/>
                </a:solidFill>
                <a:latin typeface="Courier New" panose="02070309020205020404" pitchFamily="49" charset="0"/>
                <a:cs typeface="Courier New" panose="02070309020205020404" pitchFamily="49" charset="0"/>
              </a:defRPr>
            </a:lvl3pPr>
            <a:lvl4pPr>
              <a:defRPr>
                <a:solidFill>
                  <a:schemeClr val="bg1"/>
                </a:solidFill>
                <a:latin typeface="Courier New" panose="02070309020205020404" pitchFamily="49" charset="0"/>
                <a:cs typeface="Courier New" panose="02070309020205020404" pitchFamily="49" charset="0"/>
              </a:defRPr>
            </a:lvl4pPr>
            <a:lvl5pPr>
              <a:defRPr>
                <a:solidFill>
                  <a:schemeClr val="bg1"/>
                </a:solidFill>
                <a:latin typeface="Courier New" panose="02070309020205020404" pitchFamily="49" charset="0"/>
                <a:cs typeface="Courier New" panose="02070309020205020404" pitchFamily="49" charset="0"/>
              </a:defRPr>
            </a:lvl5pPr>
          </a:lstStyle>
          <a:p>
            <a:pPr lvl="0"/>
            <a:r>
              <a:rPr lang="en-US" dirty="0"/>
              <a:t>SUBHEAD GOES HERE</a:t>
            </a:r>
          </a:p>
        </p:txBody>
      </p:sp>
      <p:sp>
        <p:nvSpPr>
          <p:cNvPr id="8" name="Text Placeholder 7">
            <a:extLst>
              <a:ext uri="{FF2B5EF4-FFF2-40B4-BE49-F238E27FC236}">
                <a16:creationId xmlns:a16="http://schemas.microsoft.com/office/drawing/2014/main" id="{3A55B0E5-E401-744B-9F21-0224F708CF80}"/>
              </a:ext>
            </a:extLst>
          </p:cNvPr>
          <p:cNvSpPr>
            <a:spLocks noGrp="1"/>
          </p:cNvSpPr>
          <p:nvPr>
            <p:ph type="body" sz="quarter" idx="12" hasCustomPrompt="1"/>
          </p:nvPr>
        </p:nvSpPr>
        <p:spPr>
          <a:xfrm>
            <a:off x="10144125" y="6546850"/>
            <a:ext cx="1943100" cy="219075"/>
          </a:xfrm>
          <a:prstGeom prst="rect">
            <a:avLst/>
          </a:prstGeom>
        </p:spPr>
        <p:txBody>
          <a:bodyPr/>
          <a:lstStyle>
            <a:lvl1pPr algn="r">
              <a:defRPr sz="700">
                <a:solidFill>
                  <a:schemeClr val="bg1"/>
                </a:solidFill>
                <a:latin typeface="Courier New" panose="02070309020205020404" pitchFamily="49" charset="0"/>
                <a:cs typeface="Courier New" panose="02070309020205020404" pitchFamily="49" charset="0"/>
              </a:defRPr>
            </a:lvl1pPr>
            <a:lvl2pPr>
              <a:defRPr sz="700">
                <a:solidFill>
                  <a:schemeClr val="bg1"/>
                </a:solidFill>
                <a:latin typeface="Courier New" panose="02070309020205020404" pitchFamily="49" charset="0"/>
                <a:cs typeface="Courier New" panose="02070309020205020404" pitchFamily="49" charset="0"/>
              </a:defRPr>
            </a:lvl2pPr>
            <a:lvl3pPr>
              <a:defRPr sz="700">
                <a:solidFill>
                  <a:schemeClr val="bg1"/>
                </a:solidFill>
                <a:latin typeface="Courier New" panose="02070309020205020404" pitchFamily="49" charset="0"/>
                <a:cs typeface="Courier New" panose="02070309020205020404" pitchFamily="49" charset="0"/>
              </a:defRPr>
            </a:lvl3pPr>
            <a:lvl4pPr>
              <a:defRPr sz="700">
                <a:solidFill>
                  <a:schemeClr val="bg1"/>
                </a:solidFill>
                <a:latin typeface="Courier New" panose="02070309020205020404" pitchFamily="49" charset="0"/>
                <a:cs typeface="Courier New" panose="02070309020205020404" pitchFamily="49" charset="0"/>
              </a:defRPr>
            </a:lvl4pPr>
            <a:lvl5pPr>
              <a:defRPr sz="700">
                <a:solidFill>
                  <a:schemeClr val="bg1"/>
                </a:solidFill>
                <a:latin typeface="Courier New" panose="02070309020205020404" pitchFamily="49" charset="0"/>
                <a:cs typeface="Courier New" panose="02070309020205020404" pitchFamily="49" charset="0"/>
              </a:defRPr>
            </a:lvl5pPr>
          </a:lstStyle>
          <a:p>
            <a:pPr lvl="0"/>
            <a:r>
              <a:rPr lang="en-US" dirty="0"/>
              <a:t>1</a:t>
            </a:r>
          </a:p>
        </p:txBody>
      </p:sp>
      <p:sp>
        <p:nvSpPr>
          <p:cNvPr id="4" name="Text Placeholder 3">
            <a:extLst>
              <a:ext uri="{FF2B5EF4-FFF2-40B4-BE49-F238E27FC236}">
                <a16:creationId xmlns:a16="http://schemas.microsoft.com/office/drawing/2014/main" id="{0511A2AB-77A8-5F40-B7DB-4308C58E9342}"/>
              </a:ext>
            </a:extLst>
          </p:cNvPr>
          <p:cNvSpPr>
            <a:spLocks noGrp="1"/>
          </p:cNvSpPr>
          <p:nvPr>
            <p:ph type="body" sz="quarter" idx="13" hasCustomPrompt="1"/>
          </p:nvPr>
        </p:nvSpPr>
        <p:spPr>
          <a:xfrm>
            <a:off x="354013" y="4486607"/>
            <a:ext cx="11496675" cy="1292225"/>
          </a:xfrm>
          <a:prstGeom prst="rect">
            <a:avLst/>
          </a:prstGeom>
        </p:spPr>
        <p:txBody>
          <a:bodyPr/>
          <a:lstStyle>
            <a:lvl1pPr>
              <a:defRPr sz="2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 sentence or two can go here as introductory text. Try to keep it short and sweet.</a:t>
            </a:r>
          </a:p>
        </p:txBody>
      </p:sp>
      <p:cxnSp>
        <p:nvCxnSpPr>
          <p:cNvPr id="9" name="Google Shape;46;p1">
            <a:extLst>
              <a:ext uri="{FF2B5EF4-FFF2-40B4-BE49-F238E27FC236}">
                <a16:creationId xmlns:a16="http://schemas.microsoft.com/office/drawing/2014/main" id="{A1970DA4-6771-6D49-9EA9-53F96533C67B}"/>
              </a:ext>
            </a:extLst>
          </p:cNvPr>
          <p:cNvCxnSpPr>
            <a:cxnSpLocks/>
          </p:cNvCxnSpPr>
          <p:nvPr userDrawn="1"/>
        </p:nvCxnSpPr>
        <p:spPr>
          <a:xfrm>
            <a:off x="353758" y="4197200"/>
            <a:ext cx="11496865" cy="0"/>
          </a:xfrm>
          <a:prstGeom prst="straightConnector1">
            <a:avLst/>
          </a:prstGeom>
          <a:noFill/>
          <a:ln w="12700" cap="flat" cmpd="sng">
            <a:solidFill>
              <a:schemeClr val="lt1"/>
            </a:solidFill>
            <a:prstDash val="solid"/>
            <a:miter lim="800000"/>
            <a:headEnd type="none" w="sm" len="sm"/>
            <a:tailEnd type="none" w="sm" len="sm"/>
          </a:ln>
        </p:spPr>
      </p:cxnSp>
      <p:pic>
        <p:nvPicPr>
          <p:cNvPr id="2" name="Picture 1">
            <a:extLst>
              <a:ext uri="{FF2B5EF4-FFF2-40B4-BE49-F238E27FC236}">
                <a16:creationId xmlns:a16="http://schemas.microsoft.com/office/drawing/2014/main" id="{AF1FBDAB-6906-EEBC-6B68-1FFAC2B3BF01}"/>
              </a:ext>
            </a:extLst>
          </p:cNvPr>
          <p:cNvPicPr>
            <a:picLocks noChangeAspect="1"/>
          </p:cNvPicPr>
          <p:nvPr userDrawn="1"/>
        </p:nvPicPr>
        <p:blipFill>
          <a:blip r:embed="rId2"/>
          <a:srcRect/>
          <a:stretch/>
        </p:blipFill>
        <p:spPr>
          <a:xfrm>
            <a:off x="0" y="51556"/>
            <a:ext cx="2680070" cy="747399"/>
          </a:xfrm>
          <a:prstGeom prst="rect">
            <a:avLst/>
          </a:prstGeom>
        </p:spPr>
      </p:pic>
    </p:spTree>
    <p:extLst>
      <p:ext uri="{BB962C8B-B14F-4D97-AF65-F5344CB8AC3E}">
        <p14:creationId xmlns:p14="http://schemas.microsoft.com/office/powerpoint/2010/main" val="3077331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lt1">
            <a:alpha val="80000"/>
          </a:schemeClr>
        </a:solidFill>
        <a:effectLst/>
      </p:bgPr>
    </p:bg>
    <p:spTree>
      <p:nvGrpSpPr>
        <p:cNvPr id="1" name=""/>
        <p:cNvGrpSpPr/>
        <p:nvPr/>
      </p:nvGrpSpPr>
      <p:grpSpPr>
        <a:xfrm>
          <a:off x="0" y="0"/>
          <a:ext cx="0" cy="0"/>
          <a:chOff x="0" y="0"/>
          <a:chExt cx="0" cy="0"/>
        </a:xfrm>
      </p:grpSpPr>
      <p:pic>
        <p:nvPicPr>
          <p:cNvPr id="9" name="Google Shape;54;p2">
            <a:extLst>
              <a:ext uri="{FF2B5EF4-FFF2-40B4-BE49-F238E27FC236}">
                <a16:creationId xmlns:a16="http://schemas.microsoft.com/office/drawing/2014/main" id="{11AF387F-F726-F343-9F0F-2975BABF4BD4}"/>
              </a:ext>
            </a:extLst>
          </p:cNvPr>
          <p:cNvPicPr preferRelativeResize="0"/>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a:noFill/>
          <a:ln>
            <a:noFill/>
          </a:ln>
        </p:spPr>
      </p:pic>
      <p:sp>
        <p:nvSpPr>
          <p:cNvPr id="10" name="Google Shape;55;p2">
            <a:extLst>
              <a:ext uri="{FF2B5EF4-FFF2-40B4-BE49-F238E27FC236}">
                <a16:creationId xmlns:a16="http://schemas.microsoft.com/office/drawing/2014/main" id="{CB67EA35-994A-214A-BB37-9330277A23BD}"/>
              </a:ext>
            </a:extLst>
          </p:cNvPr>
          <p:cNvSpPr/>
          <p:nvPr userDrawn="1"/>
        </p:nvSpPr>
        <p:spPr>
          <a:xfrm>
            <a:off x="0" y="-1"/>
            <a:ext cx="12192000" cy="6858000"/>
          </a:xfrm>
          <a:prstGeom prst="rect">
            <a:avLst/>
          </a:prstGeom>
          <a:solidFill>
            <a:srgbClr val="06234B">
              <a:alpha val="80000"/>
            </a:srgbClr>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 name="Text Placeholder 2">
            <a:extLst>
              <a:ext uri="{FF2B5EF4-FFF2-40B4-BE49-F238E27FC236}">
                <a16:creationId xmlns:a16="http://schemas.microsoft.com/office/drawing/2014/main" id="{3B4937A4-8E02-714B-AF30-BFC56AFE655D}"/>
              </a:ext>
            </a:extLst>
          </p:cNvPr>
          <p:cNvSpPr>
            <a:spLocks noGrp="1"/>
          </p:cNvSpPr>
          <p:nvPr>
            <p:ph type="body" sz="quarter" idx="10" hasCustomPrompt="1"/>
          </p:nvPr>
        </p:nvSpPr>
        <p:spPr>
          <a:xfrm>
            <a:off x="353758" y="2685256"/>
            <a:ext cx="11496865" cy="1487487"/>
          </a:xfrm>
          <a:prstGeom prst="rect">
            <a:avLst/>
          </a:prstGeom>
        </p:spPr>
        <p:txBody>
          <a:bodyPr/>
          <a:lstStyle>
            <a:lvl1pPr>
              <a:defRPr sz="6000" b="1" i="0">
                <a:solidFill>
                  <a:schemeClr val="bg1"/>
                </a:solidFill>
                <a:latin typeface="Arial Black" panose="020B0604020202020204" pitchFamily="34" charset="0"/>
                <a:cs typeface="Arial Black" panose="020B0604020202020204" pitchFamily="34" charset="0"/>
              </a:defRPr>
            </a:lvl1pPr>
            <a:lvl2pPr>
              <a:defRPr sz="6600" b="1" i="0">
                <a:solidFill>
                  <a:schemeClr val="bg1"/>
                </a:solidFill>
                <a:latin typeface="Arial Black" panose="020B0604020202020204" pitchFamily="34" charset="0"/>
                <a:cs typeface="Arial Black" panose="020B0604020202020204" pitchFamily="34" charset="0"/>
              </a:defRPr>
            </a:lvl2pPr>
            <a:lvl3pPr>
              <a:defRPr sz="6600" b="1" i="0">
                <a:solidFill>
                  <a:schemeClr val="bg1"/>
                </a:solidFill>
                <a:latin typeface="Arial Black" panose="020B0604020202020204" pitchFamily="34" charset="0"/>
                <a:cs typeface="Arial Black" panose="020B0604020202020204" pitchFamily="34" charset="0"/>
              </a:defRPr>
            </a:lvl3pPr>
            <a:lvl4pPr>
              <a:defRPr sz="6600" b="1" i="0">
                <a:solidFill>
                  <a:schemeClr val="bg1"/>
                </a:solidFill>
                <a:latin typeface="Arial Black" panose="020B0604020202020204" pitchFamily="34" charset="0"/>
                <a:cs typeface="Arial Black" panose="020B0604020202020204" pitchFamily="34" charset="0"/>
              </a:defRPr>
            </a:lvl4pPr>
            <a:lvl5pPr>
              <a:defRPr sz="6600" b="1" i="0">
                <a:solidFill>
                  <a:schemeClr val="bg1"/>
                </a:solidFill>
                <a:latin typeface="Arial Black" panose="020B0604020202020204" pitchFamily="34" charset="0"/>
                <a:cs typeface="Arial Black" panose="020B0604020202020204" pitchFamily="34" charset="0"/>
              </a:defRPr>
            </a:lvl5pPr>
          </a:lstStyle>
          <a:p>
            <a:pPr lvl="0"/>
            <a:r>
              <a:rPr lang="en-US" dirty="0"/>
              <a:t>MAIN HEADLINE HERE</a:t>
            </a:r>
          </a:p>
        </p:txBody>
      </p:sp>
      <p:sp>
        <p:nvSpPr>
          <p:cNvPr id="6" name="Text Placeholder 4">
            <a:extLst>
              <a:ext uri="{FF2B5EF4-FFF2-40B4-BE49-F238E27FC236}">
                <a16:creationId xmlns:a16="http://schemas.microsoft.com/office/drawing/2014/main" id="{D8B73405-E672-314F-985C-18653A5BCAED}"/>
              </a:ext>
            </a:extLst>
          </p:cNvPr>
          <p:cNvSpPr>
            <a:spLocks noGrp="1"/>
          </p:cNvSpPr>
          <p:nvPr>
            <p:ph type="body" sz="quarter" idx="11" hasCustomPrompt="1"/>
          </p:nvPr>
        </p:nvSpPr>
        <p:spPr>
          <a:xfrm>
            <a:off x="353758" y="4171950"/>
            <a:ext cx="11496865" cy="558800"/>
          </a:xfrm>
          <a:prstGeom prst="rect">
            <a:avLst/>
          </a:prstGeom>
        </p:spPr>
        <p:txBody>
          <a:bodyPr/>
          <a:lstStyle>
            <a:lvl1pPr>
              <a:defRPr sz="1800" b="1" i="0">
                <a:solidFill>
                  <a:schemeClr val="bg1"/>
                </a:solidFill>
                <a:latin typeface="Courier New" panose="02070309020205020404" pitchFamily="49" charset="0"/>
                <a:cs typeface="Courier New" panose="02070309020205020404" pitchFamily="49" charset="0"/>
              </a:defRPr>
            </a:lvl1pPr>
            <a:lvl2pPr>
              <a:defRPr>
                <a:solidFill>
                  <a:schemeClr val="bg1"/>
                </a:solidFill>
                <a:latin typeface="Courier New" panose="02070309020205020404" pitchFamily="49" charset="0"/>
                <a:cs typeface="Courier New" panose="02070309020205020404" pitchFamily="49" charset="0"/>
              </a:defRPr>
            </a:lvl2pPr>
            <a:lvl3pPr>
              <a:defRPr b="1" i="0">
                <a:solidFill>
                  <a:schemeClr val="bg1"/>
                </a:solidFill>
                <a:latin typeface="Courier New" panose="02070309020205020404" pitchFamily="49" charset="0"/>
                <a:cs typeface="Courier New" panose="02070309020205020404" pitchFamily="49" charset="0"/>
              </a:defRPr>
            </a:lvl3pPr>
            <a:lvl4pPr>
              <a:defRPr>
                <a:solidFill>
                  <a:schemeClr val="bg1"/>
                </a:solidFill>
                <a:latin typeface="Courier New" panose="02070309020205020404" pitchFamily="49" charset="0"/>
                <a:cs typeface="Courier New" panose="02070309020205020404" pitchFamily="49" charset="0"/>
              </a:defRPr>
            </a:lvl4pPr>
            <a:lvl5pPr>
              <a:defRPr>
                <a:solidFill>
                  <a:schemeClr val="bg1"/>
                </a:solidFill>
                <a:latin typeface="Courier New" panose="02070309020205020404" pitchFamily="49" charset="0"/>
                <a:cs typeface="Courier New" panose="02070309020205020404" pitchFamily="49" charset="0"/>
              </a:defRPr>
            </a:lvl5pPr>
          </a:lstStyle>
          <a:p>
            <a:pPr lvl="0"/>
            <a:r>
              <a:rPr lang="en-US" dirty="0"/>
              <a:t>Sub-Head Here</a:t>
            </a:r>
          </a:p>
        </p:txBody>
      </p:sp>
      <p:sp>
        <p:nvSpPr>
          <p:cNvPr id="8" name="Text Placeholder 7">
            <a:extLst>
              <a:ext uri="{FF2B5EF4-FFF2-40B4-BE49-F238E27FC236}">
                <a16:creationId xmlns:a16="http://schemas.microsoft.com/office/drawing/2014/main" id="{F3806920-A18D-7040-9E90-202989545967}"/>
              </a:ext>
            </a:extLst>
          </p:cNvPr>
          <p:cNvSpPr>
            <a:spLocks noGrp="1"/>
          </p:cNvSpPr>
          <p:nvPr>
            <p:ph type="body" sz="quarter" idx="12" hasCustomPrompt="1"/>
          </p:nvPr>
        </p:nvSpPr>
        <p:spPr>
          <a:xfrm>
            <a:off x="10144125" y="6546850"/>
            <a:ext cx="1943100" cy="219075"/>
          </a:xfrm>
          <a:prstGeom prst="rect">
            <a:avLst/>
          </a:prstGeom>
        </p:spPr>
        <p:txBody>
          <a:bodyPr/>
          <a:lstStyle>
            <a:lvl1pPr algn="r">
              <a:defRPr sz="700">
                <a:solidFill>
                  <a:schemeClr val="bg1"/>
                </a:solidFill>
                <a:latin typeface="Courier New" panose="02070309020205020404" pitchFamily="49" charset="0"/>
                <a:cs typeface="Courier New" panose="02070309020205020404" pitchFamily="49" charset="0"/>
              </a:defRPr>
            </a:lvl1pPr>
            <a:lvl2pPr>
              <a:defRPr sz="700">
                <a:solidFill>
                  <a:schemeClr val="bg1"/>
                </a:solidFill>
                <a:latin typeface="Courier New" panose="02070309020205020404" pitchFamily="49" charset="0"/>
                <a:cs typeface="Courier New" panose="02070309020205020404" pitchFamily="49" charset="0"/>
              </a:defRPr>
            </a:lvl2pPr>
            <a:lvl3pPr>
              <a:defRPr sz="700">
                <a:solidFill>
                  <a:schemeClr val="bg1"/>
                </a:solidFill>
                <a:latin typeface="Courier New" panose="02070309020205020404" pitchFamily="49" charset="0"/>
                <a:cs typeface="Courier New" panose="02070309020205020404" pitchFamily="49" charset="0"/>
              </a:defRPr>
            </a:lvl3pPr>
            <a:lvl4pPr>
              <a:defRPr sz="700">
                <a:solidFill>
                  <a:schemeClr val="bg1"/>
                </a:solidFill>
                <a:latin typeface="Courier New" panose="02070309020205020404" pitchFamily="49" charset="0"/>
                <a:cs typeface="Courier New" panose="02070309020205020404" pitchFamily="49" charset="0"/>
              </a:defRPr>
            </a:lvl4pPr>
            <a:lvl5pPr>
              <a:defRPr sz="700">
                <a:solidFill>
                  <a:schemeClr val="bg1"/>
                </a:solidFill>
                <a:latin typeface="Courier New" panose="02070309020205020404" pitchFamily="49" charset="0"/>
                <a:cs typeface="Courier New" panose="02070309020205020404" pitchFamily="49" charset="0"/>
              </a:defRPr>
            </a:lvl5pPr>
          </a:lstStyle>
          <a:p>
            <a:pPr lvl="0"/>
            <a:r>
              <a:rPr lang="en-US" dirty="0"/>
              <a:t>2</a:t>
            </a:r>
          </a:p>
        </p:txBody>
      </p:sp>
      <p:pic>
        <p:nvPicPr>
          <p:cNvPr id="2" name="Picture 1">
            <a:extLst>
              <a:ext uri="{FF2B5EF4-FFF2-40B4-BE49-F238E27FC236}">
                <a16:creationId xmlns:a16="http://schemas.microsoft.com/office/drawing/2014/main" id="{28E884B9-A4A2-2A56-A3DE-1F8228898E11}"/>
              </a:ext>
            </a:extLst>
          </p:cNvPr>
          <p:cNvPicPr>
            <a:picLocks noChangeAspect="1"/>
          </p:cNvPicPr>
          <p:nvPr userDrawn="1"/>
        </p:nvPicPr>
        <p:blipFill>
          <a:blip r:embed="rId3"/>
          <a:srcRect/>
          <a:stretch/>
        </p:blipFill>
        <p:spPr>
          <a:xfrm>
            <a:off x="0" y="51556"/>
            <a:ext cx="2680070" cy="747399"/>
          </a:xfrm>
          <a:prstGeom prst="rect">
            <a:avLst/>
          </a:prstGeom>
        </p:spPr>
      </p:pic>
    </p:spTree>
    <p:extLst>
      <p:ext uri="{BB962C8B-B14F-4D97-AF65-F5344CB8AC3E}">
        <p14:creationId xmlns:p14="http://schemas.microsoft.com/office/powerpoint/2010/main" val="15520103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11" name="Google Shape;76;p3" descr="Background pattern&#10;&#10;Description automatically generated">
            <a:extLst>
              <a:ext uri="{FF2B5EF4-FFF2-40B4-BE49-F238E27FC236}">
                <a16:creationId xmlns:a16="http://schemas.microsoft.com/office/drawing/2014/main" id="{3851544D-E012-B041-B95E-4B86B300CBFA}"/>
              </a:ext>
            </a:extLst>
          </p:cNvPr>
          <p:cNvPicPr preferRelativeResize="0"/>
          <p:nvPr userDrawn="1"/>
        </p:nvPicPr>
        <p:blipFill rotWithShape="1">
          <a:blip r:embed="rId2" cstate="screen">
            <a:alphaModFix/>
            <a:extLst>
              <a:ext uri="{28A0092B-C50C-407E-A947-70E740481C1C}">
                <a14:useLocalDpi xmlns:a14="http://schemas.microsoft.com/office/drawing/2010/main"/>
              </a:ext>
            </a:extLst>
          </a:blip>
          <a:srcRect/>
          <a:stretch/>
        </p:blipFill>
        <p:spPr>
          <a:xfrm>
            <a:off x="4637133" y="1953755"/>
            <a:ext cx="2917730" cy="141539"/>
          </a:xfrm>
          <a:prstGeom prst="rect">
            <a:avLst/>
          </a:prstGeom>
          <a:noFill/>
          <a:ln>
            <a:noFill/>
          </a:ln>
        </p:spPr>
      </p:pic>
      <p:sp>
        <p:nvSpPr>
          <p:cNvPr id="14" name="Text Placeholder 13">
            <a:extLst>
              <a:ext uri="{FF2B5EF4-FFF2-40B4-BE49-F238E27FC236}">
                <a16:creationId xmlns:a16="http://schemas.microsoft.com/office/drawing/2014/main" id="{73661C03-1991-FF4B-A756-FFCE20C56081}"/>
              </a:ext>
            </a:extLst>
          </p:cNvPr>
          <p:cNvSpPr>
            <a:spLocks noGrp="1"/>
          </p:cNvSpPr>
          <p:nvPr>
            <p:ph type="body" sz="quarter" idx="10" hasCustomPrompt="1"/>
          </p:nvPr>
        </p:nvSpPr>
        <p:spPr>
          <a:xfrm>
            <a:off x="3587748" y="1413403"/>
            <a:ext cx="5016500" cy="498475"/>
          </a:xfrm>
          <a:prstGeom prst="rect">
            <a:avLst/>
          </a:prstGeom>
        </p:spPr>
        <p:txBody>
          <a:bodyPr/>
          <a:lstStyle>
            <a:lvl1pPr algn="ctr">
              <a:defRPr sz="2800">
                <a:solidFill>
                  <a:schemeClr val="bg1"/>
                </a:solidFill>
                <a:latin typeface="Courier New" panose="02070309020205020404" pitchFamily="49" charset="0"/>
                <a:cs typeface="Courier New" panose="02070309020205020404" pitchFamily="49" charset="0"/>
              </a:defRPr>
            </a:lvl1pPr>
            <a:lvl2pPr>
              <a:defRPr>
                <a:solidFill>
                  <a:schemeClr val="bg1"/>
                </a:solidFill>
                <a:latin typeface="Courier New" panose="02070309020205020404" pitchFamily="49" charset="0"/>
                <a:cs typeface="Courier New" panose="02070309020205020404" pitchFamily="49" charset="0"/>
              </a:defRPr>
            </a:lvl2pPr>
            <a:lvl3pPr>
              <a:defRPr>
                <a:solidFill>
                  <a:schemeClr val="bg1"/>
                </a:solidFill>
                <a:latin typeface="Courier New" panose="02070309020205020404" pitchFamily="49" charset="0"/>
                <a:cs typeface="Courier New" panose="02070309020205020404" pitchFamily="49" charset="0"/>
              </a:defRPr>
            </a:lvl3pPr>
            <a:lvl4pPr>
              <a:defRPr>
                <a:solidFill>
                  <a:schemeClr val="bg1"/>
                </a:solidFill>
                <a:latin typeface="Courier New" panose="02070309020205020404" pitchFamily="49" charset="0"/>
                <a:cs typeface="Courier New" panose="02070309020205020404" pitchFamily="49" charset="0"/>
              </a:defRPr>
            </a:lvl4pPr>
            <a:lvl5pPr>
              <a:defRPr>
                <a:solidFill>
                  <a:schemeClr val="bg1"/>
                </a:solidFill>
                <a:latin typeface="Courier New" panose="02070309020205020404" pitchFamily="49" charset="0"/>
                <a:cs typeface="Courier New" panose="02070309020205020404" pitchFamily="49" charset="0"/>
              </a:defRPr>
            </a:lvl5pPr>
          </a:lstStyle>
          <a:p>
            <a:pPr lvl="0"/>
            <a:r>
              <a:rPr lang="en-US" dirty="0"/>
              <a:t>INTRODUCTIONS</a:t>
            </a:r>
          </a:p>
        </p:txBody>
      </p:sp>
      <p:sp>
        <p:nvSpPr>
          <p:cNvPr id="16" name="Picture Placeholder 15">
            <a:extLst>
              <a:ext uri="{FF2B5EF4-FFF2-40B4-BE49-F238E27FC236}">
                <a16:creationId xmlns:a16="http://schemas.microsoft.com/office/drawing/2014/main" id="{7AD18694-D91D-0045-86FE-76553ABD6010}"/>
              </a:ext>
            </a:extLst>
          </p:cNvPr>
          <p:cNvSpPr>
            <a:spLocks noGrp="1"/>
          </p:cNvSpPr>
          <p:nvPr>
            <p:ph type="pic" sz="quarter" idx="11"/>
          </p:nvPr>
        </p:nvSpPr>
        <p:spPr>
          <a:xfrm>
            <a:off x="1871802" y="2339975"/>
            <a:ext cx="2532063" cy="2532063"/>
          </a:xfrm>
          <a:prstGeom prst="rect">
            <a:avLst/>
          </a:prstGeom>
        </p:spPr>
        <p:txBody>
          <a:bodyPr/>
          <a:lstStyle/>
          <a:p>
            <a:endParaRPr lang="en-US"/>
          </a:p>
        </p:txBody>
      </p:sp>
      <p:sp>
        <p:nvSpPr>
          <p:cNvPr id="17" name="Picture Placeholder 15">
            <a:extLst>
              <a:ext uri="{FF2B5EF4-FFF2-40B4-BE49-F238E27FC236}">
                <a16:creationId xmlns:a16="http://schemas.microsoft.com/office/drawing/2014/main" id="{26D21E54-782B-6C47-B886-890F9B7CA683}"/>
              </a:ext>
            </a:extLst>
          </p:cNvPr>
          <p:cNvSpPr>
            <a:spLocks noGrp="1"/>
          </p:cNvSpPr>
          <p:nvPr>
            <p:ph type="pic" sz="quarter" idx="12"/>
          </p:nvPr>
        </p:nvSpPr>
        <p:spPr>
          <a:xfrm>
            <a:off x="4789905" y="2339975"/>
            <a:ext cx="2532063" cy="2532063"/>
          </a:xfrm>
          <a:prstGeom prst="rect">
            <a:avLst/>
          </a:prstGeom>
        </p:spPr>
        <p:txBody>
          <a:bodyPr/>
          <a:lstStyle/>
          <a:p>
            <a:endParaRPr lang="en-US"/>
          </a:p>
        </p:txBody>
      </p:sp>
      <p:pic>
        <p:nvPicPr>
          <p:cNvPr id="6" name="Google Shape;71;p3" descr="Icon&#10;&#10;Description automatically generated with low confidence">
            <a:extLst>
              <a:ext uri="{FF2B5EF4-FFF2-40B4-BE49-F238E27FC236}">
                <a16:creationId xmlns:a16="http://schemas.microsoft.com/office/drawing/2014/main" id="{A2CF5FC9-CD2B-F24E-8C8A-0DD3083B14C2}"/>
              </a:ext>
            </a:extLst>
          </p:cNvPr>
          <p:cNvPicPr preferRelativeResize="0"/>
          <p:nvPr userDrawn="1"/>
        </p:nvPicPr>
        <p:blipFill rotWithShape="1">
          <a:blip r:embed="rId3" cstate="screen">
            <a:alphaModFix/>
            <a:extLst>
              <a:ext uri="{28A0092B-C50C-407E-A947-70E740481C1C}">
                <a14:useLocalDpi xmlns:a14="http://schemas.microsoft.com/office/drawing/2010/main"/>
              </a:ext>
            </a:extLst>
          </a:blip>
          <a:srcRect/>
          <a:stretch/>
        </p:blipFill>
        <p:spPr>
          <a:xfrm rot="-5400000">
            <a:off x="4164960" y="4977861"/>
            <a:ext cx="405340" cy="304005"/>
          </a:xfrm>
          <a:prstGeom prst="rect">
            <a:avLst/>
          </a:prstGeom>
          <a:noFill/>
          <a:ln>
            <a:noFill/>
          </a:ln>
        </p:spPr>
      </p:pic>
      <p:pic>
        <p:nvPicPr>
          <p:cNvPr id="7" name="Google Shape;72;p3" descr="Icon&#10;&#10;Description automatically generated">
            <a:extLst>
              <a:ext uri="{FF2B5EF4-FFF2-40B4-BE49-F238E27FC236}">
                <a16:creationId xmlns:a16="http://schemas.microsoft.com/office/drawing/2014/main" id="{9489CF44-0190-994D-A6D2-AF5C0B663D4D}"/>
              </a:ext>
            </a:extLst>
          </p:cNvPr>
          <p:cNvPicPr preferRelativeResize="0"/>
          <p:nvPr userDrawn="1"/>
        </p:nvPicPr>
        <p:blipFill rotWithShape="1">
          <a:blip r:embed="rId4" cstate="screen">
            <a:alphaModFix/>
            <a:extLst>
              <a:ext uri="{28A0092B-C50C-407E-A947-70E740481C1C}">
                <a14:useLocalDpi xmlns:a14="http://schemas.microsoft.com/office/drawing/2010/main"/>
              </a:ext>
            </a:extLst>
          </a:blip>
          <a:srcRect/>
          <a:stretch/>
        </p:blipFill>
        <p:spPr>
          <a:xfrm rot="1920721" flipH="1">
            <a:off x="7381601" y="4785263"/>
            <a:ext cx="359794" cy="489094"/>
          </a:xfrm>
          <a:prstGeom prst="rect">
            <a:avLst/>
          </a:prstGeom>
          <a:noFill/>
          <a:ln>
            <a:noFill/>
          </a:ln>
        </p:spPr>
      </p:pic>
      <p:sp>
        <p:nvSpPr>
          <p:cNvPr id="18" name="Picture Placeholder 15">
            <a:extLst>
              <a:ext uri="{FF2B5EF4-FFF2-40B4-BE49-F238E27FC236}">
                <a16:creationId xmlns:a16="http://schemas.microsoft.com/office/drawing/2014/main" id="{981231E0-6590-284B-96BB-957F83D514F7}"/>
              </a:ext>
            </a:extLst>
          </p:cNvPr>
          <p:cNvSpPr>
            <a:spLocks noGrp="1"/>
          </p:cNvSpPr>
          <p:nvPr>
            <p:ph type="pic" sz="quarter" idx="13"/>
          </p:nvPr>
        </p:nvSpPr>
        <p:spPr>
          <a:xfrm>
            <a:off x="7725610" y="2339975"/>
            <a:ext cx="2532063" cy="2532063"/>
          </a:xfrm>
          <a:prstGeom prst="rect">
            <a:avLst/>
          </a:prstGeom>
        </p:spPr>
        <p:txBody>
          <a:bodyPr/>
          <a:lstStyle/>
          <a:p>
            <a:endParaRPr lang="en-US"/>
          </a:p>
        </p:txBody>
      </p:sp>
      <p:sp>
        <p:nvSpPr>
          <p:cNvPr id="21" name="Text Placeholder 20">
            <a:extLst>
              <a:ext uri="{FF2B5EF4-FFF2-40B4-BE49-F238E27FC236}">
                <a16:creationId xmlns:a16="http://schemas.microsoft.com/office/drawing/2014/main" id="{CB5ABA26-22DD-1146-A389-D7974550A1D3}"/>
              </a:ext>
            </a:extLst>
          </p:cNvPr>
          <p:cNvSpPr>
            <a:spLocks noGrp="1"/>
          </p:cNvSpPr>
          <p:nvPr>
            <p:ph type="body" sz="quarter" idx="14" hasCustomPrompt="1"/>
          </p:nvPr>
        </p:nvSpPr>
        <p:spPr>
          <a:xfrm>
            <a:off x="1871663" y="5067300"/>
            <a:ext cx="2532062" cy="647700"/>
          </a:xfrm>
          <a:prstGeom prst="rect">
            <a:avLst/>
          </a:prstGeom>
        </p:spPr>
        <p:txBody>
          <a:bodyPr/>
          <a:lstStyle>
            <a:lvl1pPr>
              <a:defRPr sz="1600">
                <a:solidFill>
                  <a:schemeClr val="bg1"/>
                </a:solidFill>
                <a:latin typeface="Courier New" panose="02070309020205020404" pitchFamily="49" charset="0"/>
                <a:cs typeface="Courier New" panose="02070309020205020404" pitchFamily="49" charset="0"/>
              </a:defRPr>
            </a:lvl1pPr>
            <a:lvl2pPr>
              <a:defRPr>
                <a:solidFill>
                  <a:schemeClr val="bg1"/>
                </a:solidFill>
                <a:latin typeface="Courier New" panose="02070309020205020404" pitchFamily="49" charset="0"/>
                <a:cs typeface="Courier New" panose="02070309020205020404" pitchFamily="49" charset="0"/>
              </a:defRPr>
            </a:lvl2pPr>
            <a:lvl3pPr>
              <a:defRPr>
                <a:solidFill>
                  <a:schemeClr val="bg1"/>
                </a:solidFill>
                <a:latin typeface="Courier New" panose="02070309020205020404" pitchFamily="49" charset="0"/>
                <a:cs typeface="Courier New" panose="02070309020205020404" pitchFamily="49" charset="0"/>
              </a:defRPr>
            </a:lvl3pPr>
            <a:lvl4pPr>
              <a:defRPr>
                <a:solidFill>
                  <a:schemeClr val="bg1"/>
                </a:solidFill>
                <a:latin typeface="Courier New" panose="02070309020205020404" pitchFamily="49" charset="0"/>
                <a:cs typeface="Courier New" panose="02070309020205020404" pitchFamily="49" charset="0"/>
              </a:defRPr>
            </a:lvl4pPr>
            <a:lvl5pPr>
              <a:defRPr>
                <a:solidFill>
                  <a:schemeClr val="bg1"/>
                </a:solidFill>
                <a:latin typeface="Courier New" panose="02070309020205020404" pitchFamily="49" charset="0"/>
                <a:cs typeface="Courier New" panose="02070309020205020404" pitchFamily="49" charset="0"/>
              </a:defRPr>
            </a:lvl5pPr>
          </a:lstStyle>
          <a:p>
            <a:pPr lvl="0"/>
            <a:r>
              <a:rPr lang="en-US" dirty="0"/>
              <a:t>JANE DOE</a:t>
            </a:r>
          </a:p>
          <a:p>
            <a:pPr lvl="0"/>
            <a:r>
              <a:rPr lang="en-US" dirty="0"/>
              <a:t>Title Here</a:t>
            </a:r>
          </a:p>
        </p:txBody>
      </p:sp>
      <p:sp>
        <p:nvSpPr>
          <p:cNvPr id="22" name="Text Placeholder 20">
            <a:extLst>
              <a:ext uri="{FF2B5EF4-FFF2-40B4-BE49-F238E27FC236}">
                <a16:creationId xmlns:a16="http://schemas.microsoft.com/office/drawing/2014/main" id="{9A8CA25A-F159-6D48-A59B-36792CDA81A2}"/>
              </a:ext>
            </a:extLst>
          </p:cNvPr>
          <p:cNvSpPr>
            <a:spLocks noGrp="1"/>
          </p:cNvSpPr>
          <p:nvPr>
            <p:ph type="body" sz="quarter" idx="15" hasCustomPrompt="1"/>
          </p:nvPr>
        </p:nvSpPr>
        <p:spPr>
          <a:xfrm>
            <a:off x="4783305" y="5067300"/>
            <a:ext cx="2532062" cy="647700"/>
          </a:xfrm>
          <a:prstGeom prst="rect">
            <a:avLst/>
          </a:prstGeom>
        </p:spPr>
        <p:txBody>
          <a:bodyPr/>
          <a:lstStyle>
            <a:lvl1pPr>
              <a:defRPr sz="1600">
                <a:solidFill>
                  <a:schemeClr val="bg1"/>
                </a:solidFill>
                <a:latin typeface="Courier New" panose="02070309020205020404" pitchFamily="49" charset="0"/>
                <a:cs typeface="Courier New" panose="02070309020205020404" pitchFamily="49" charset="0"/>
              </a:defRPr>
            </a:lvl1pPr>
            <a:lvl2pPr>
              <a:defRPr>
                <a:solidFill>
                  <a:schemeClr val="bg1"/>
                </a:solidFill>
                <a:latin typeface="Courier New" panose="02070309020205020404" pitchFamily="49" charset="0"/>
                <a:cs typeface="Courier New" panose="02070309020205020404" pitchFamily="49" charset="0"/>
              </a:defRPr>
            </a:lvl2pPr>
            <a:lvl3pPr>
              <a:defRPr>
                <a:solidFill>
                  <a:schemeClr val="bg1"/>
                </a:solidFill>
                <a:latin typeface="Courier New" panose="02070309020205020404" pitchFamily="49" charset="0"/>
                <a:cs typeface="Courier New" panose="02070309020205020404" pitchFamily="49" charset="0"/>
              </a:defRPr>
            </a:lvl3pPr>
            <a:lvl4pPr>
              <a:defRPr>
                <a:solidFill>
                  <a:schemeClr val="bg1"/>
                </a:solidFill>
                <a:latin typeface="Courier New" panose="02070309020205020404" pitchFamily="49" charset="0"/>
                <a:cs typeface="Courier New" panose="02070309020205020404" pitchFamily="49" charset="0"/>
              </a:defRPr>
            </a:lvl4pPr>
            <a:lvl5pPr>
              <a:defRPr>
                <a:solidFill>
                  <a:schemeClr val="bg1"/>
                </a:solidFill>
                <a:latin typeface="Courier New" panose="02070309020205020404" pitchFamily="49" charset="0"/>
                <a:cs typeface="Courier New" panose="02070309020205020404" pitchFamily="49" charset="0"/>
              </a:defRPr>
            </a:lvl5pPr>
          </a:lstStyle>
          <a:p>
            <a:pPr lvl="0"/>
            <a:r>
              <a:rPr lang="en-US" dirty="0"/>
              <a:t>JANE DOE</a:t>
            </a:r>
          </a:p>
          <a:p>
            <a:pPr lvl="0"/>
            <a:r>
              <a:rPr lang="en-US" dirty="0"/>
              <a:t>Title Here</a:t>
            </a:r>
          </a:p>
        </p:txBody>
      </p:sp>
      <p:sp>
        <p:nvSpPr>
          <p:cNvPr id="23" name="Text Placeholder 20">
            <a:extLst>
              <a:ext uri="{FF2B5EF4-FFF2-40B4-BE49-F238E27FC236}">
                <a16:creationId xmlns:a16="http://schemas.microsoft.com/office/drawing/2014/main" id="{4BFBCD42-8327-214E-8825-4858F0EDC39D}"/>
              </a:ext>
            </a:extLst>
          </p:cNvPr>
          <p:cNvSpPr>
            <a:spLocks noGrp="1"/>
          </p:cNvSpPr>
          <p:nvPr>
            <p:ph type="body" sz="quarter" idx="16" hasCustomPrompt="1"/>
          </p:nvPr>
        </p:nvSpPr>
        <p:spPr>
          <a:xfrm>
            <a:off x="7731042" y="5067300"/>
            <a:ext cx="2532062" cy="647700"/>
          </a:xfrm>
          <a:prstGeom prst="rect">
            <a:avLst/>
          </a:prstGeom>
        </p:spPr>
        <p:txBody>
          <a:bodyPr/>
          <a:lstStyle>
            <a:lvl1pPr>
              <a:defRPr sz="1600">
                <a:solidFill>
                  <a:schemeClr val="bg1"/>
                </a:solidFill>
                <a:latin typeface="Courier New" panose="02070309020205020404" pitchFamily="49" charset="0"/>
                <a:cs typeface="Courier New" panose="02070309020205020404" pitchFamily="49" charset="0"/>
              </a:defRPr>
            </a:lvl1pPr>
            <a:lvl2pPr>
              <a:defRPr>
                <a:solidFill>
                  <a:schemeClr val="bg1"/>
                </a:solidFill>
                <a:latin typeface="Courier New" panose="02070309020205020404" pitchFamily="49" charset="0"/>
                <a:cs typeface="Courier New" panose="02070309020205020404" pitchFamily="49" charset="0"/>
              </a:defRPr>
            </a:lvl2pPr>
            <a:lvl3pPr>
              <a:defRPr>
                <a:solidFill>
                  <a:schemeClr val="bg1"/>
                </a:solidFill>
                <a:latin typeface="Courier New" panose="02070309020205020404" pitchFamily="49" charset="0"/>
                <a:cs typeface="Courier New" panose="02070309020205020404" pitchFamily="49" charset="0"/>
              </a:defRPr>
            </a:lvl3pPr>
            <a:lvl4pPr>
              <a:defRPr>
                <a:solidFill>
                  <a:schemeClr val="bg1"/>
                </a:solidFill>
                <a:latin typeface="Courier New" panose="02070309020205020404" pitchFamily="49" charset="0"/>
                <a:cs typeface="Courier New" panose="02070309020205020404" pitchFamily="49" charset="0"/>
              </a:defRPr>
            </a:lvl4pPr>
            <a:lvl5pPr>
              <a:defRPr>
                <a:solidFill>
                  <a:schemeClr val="bg1"/>
                </a:solidFill>
                <a:latin typeface="Courier New" panose="02070309020205020404" pitchFamily="49" charset="0"/>
                <a:cs typeface="Courier New" panose="02070309020205020404" pitchFamily="49" charset="0"/>
              </a:defRPr>
            </a:lvl5pPr>
          </a:lstStyle>
          <a:p>
            <a:pPr lvl="0"/>
            <a:r>
              <a:rPr lang="en-US" dirty="0"/>
              <a:t>JANE DOE</a:t>
            </a:r>
          </a:p>
          <a:p>
            <a:pPr lvl="0"/>
            <a:r>
              <a:rPr lang="en-US" dirty="0"/>
              <a:t>Title Here</a:t>
            </a:r>
          </a:p>
        </p:txBody>
      </p:sp>
      <p:sp>
        <p:nvSpPr>
          <p:cNvPr id="24" name="Text Placeholder 7">
            <a:extLst>
              <a:ext uri="{FF2B5EF4-FFF2-40B4-BE49-F238E27FC236}">
                <a16:creationId xmlns:a16="http://schemas.microsoft.com/office/drawing/2014/main" id="{C4E31273-E44A-D24D-BB94-D1FAB6EF71A9}"/>
              </a:ext>
            </a:extLst>
          </p:cNvPr>
          <p:cNvSpPr>
            <a:spLocks noGrp="1"/>
          </p:cNvSpPr>
          <p:nvPr>
            <p:ph type="body" sz="quarter" idx="17" hasCustomPrompt="1"/>
          </p:nvPr>
        </p:nvSpPr>
        <p:spPr>
          <a:xfrm>
            <a:off x="10144125" y="6546850"/>
            <a:ext cx="1943100" cy="219075"/>
          </a:xfrm>
          <a:prstGeom prst="rect">
            <a:avLst/>
          </a:prstGeom>
        </p:spPr>
        <p:txBody>
          <a:bodyPr/>
          <a:lstStyle>
            <a:lvl1pPr algn="r">
              <a:defRPr sz="700">
                <a:solidFill>
                  <a:schemeClr val="bg1"/>
                </a:solidFill>
                <a:latin typeface="Courier New" panose="02070309020205020404" pitchFamily="49" charset="0"/>
                <a:cs typeface="Courier New" panose="02070309020205020404" pitchFamily="49" charset="0"/>
              </a:defRPr>
            </a:lvl1pPr>
            <a:lvl2pPr>
              <a:defRPr sz="700">
                <a:solidFill>
                  <a:schemeClr val="bg1"/>
                </a:solidFill>
                <a:latin typeface="Courier New" panose="02070309020205020404" pitchFamily="49" charset="0"/>
                <a:cs typeface="Courier New" panose="02070309020205020404" pitchFamily="49" charset="0"/>
              </a:defRPr>
            </a:lvl2pPr>
            <a:lvl3pPr>
              <a:defRPr sz="700">
                <a:solidFill>
                  <a:schemeClr val="bg1"/>
                </a:solidFill>
                <a:latin typeface="Courier New" panose="02070309020205020404" pitchFamily="49" charset="0"/>
                <a:cs typeface="Courier New" panose="02070309020205020404" pitchFamily="49" charset="0"/>
              </a:defRPr>
            </a:lvl3pPr>
            <a:lvl4pPr>
              <a:defRPr sz="700">
                <a:solidFill>
                  <a:schemeClr val="bg1"/>
                </a:solidFill>
                <a:latin typeface="Courier New" panose="02070309020205020404" pitchFamily="49" charset="0"/>
                <a:cs typeface="Courier New" panose="02070309020205020404" pitchFamily="49" charset="0"/>
              </a:defRPr>
            </a:lvl4pPr>
            <a:lvl5pPr>
              <a:defRPr sz="700">
                <a:solidFill>
                  <a:schemeClr val="bg1"/>
                </a:solidFill>
                <a:latin typeface="Courier New" panose="02070309020205020404" pitchFamily="49" charset="0"/>
                <a:cs typeface="Courier New" panose="02070309020205020404" pitchFamily="49" charset="0"/>
              </a:defRPr>
            </a:lvl5pPr>
          </a:lstStyle>
          <a:p>
            <a:pPr lvl="0"/>
            <a:r>
              <a:rPr lang="en-US" dirty="0"/>
              <a:t>2</a:t>
            </a:r>
          </a:p>
        </p:txBody>
      </p:sp>
    </p:spTree>
    <p:extLst>
      <p:ext uri="{BB962C8B-B14F-4D97-AF65-F5344CB8AC3E}">
        <p14:creationId xmlns:p14="http://schemas.microsoft.com/office/powerpoint/2010/main" val="33112358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600FE13-2688-9F46-AD3C-14E107F60CB5}"/>
              </a:ext>
            </a:extLst>
          </p:cNvPr>
          <p:cNvSpPr>
            <a:spLocks noGrp="1"/>
          </p:cNvSpPr>
          <p:nvPr>
            <p:ph type="body" sz="quarter" idx="10" hasCustomPrompt="1"/>
          </p:nvPr>
        </p:nvSpPr>
        <p:spPr>
          <a:xfrm>
            <a:off x="353758" y="2408530"/>
            <a:ext cx="11496865" cy="2247691"/>
          </a:xfrm>
          <a:prstGeom prst="rect">
            <a:avLst/>
          </a:prstGeom>
        </p:spPr>
        <p:txBody>
          <a:bodyPr/>
          <a:lstStyle>
            <a:lvl1pPr algn="ctr">
              <a:defRPr sz="6000" b="1" i="0">
                <a:solidFill>
                  <a:schemeClr val="bg1"/>
                </a:solidFill>
                <a:latin typeface="Arial Black" panose="020B0604020202020204" pitchFamily="34" charset="0"/>
                <a:cs typeface="Arial Black" panose="020B0604020202020204" pitchFamily="34" charset="0"/>
              </a:defRPr>
            </a:lvl1pPr>
            <a:lvl2pPr>
              <a:defRPr sz="6600" b="1" i="0">
                <a:solidFill>
                  <a:schemeClr val="bg1"/>
                </a:solidFill>
                <a:latin typeface="Arial Black" panose="020B0604020202020204" pitchFamily="34" charset="0"/>
                <a:cs typeface="Arial Black" panose="020B0604020202020204" pitchFamily="34" charset="0"/>
              </a:defRPr>
            </a:lvl2pPr>
            <a:lvl3pPr>
              <a:defRPr sz="6600" b="1" i="0">
                <a:solidFill>
                  <a:schemeClr val="bg1"/>
                </a:solidFill>
                <a:latin typeface="Arial Black" panose="020B0604020202020204" pitchFamily="34" charset="0"/>
                <a:cs typeface="Arial Black" panose="020B0604020202020204" pitchFamily="34" charset="0"/>
              </a:defRPr>
            </a:lvl3pPr>
            <a:lvl4pPr>
              <a:defRPr sz="6600" b="1" i="0">
                <a:solidFill>
                  <a:schemeClr val="bg1"/>
                </a:solidFill>
                <a:latin typeface="Arial Black" panose="020B0604020202020204" pitchFamily="34" charset="0"/>
                <a:cs typeface="Arial Black" panose="020B0604020202020204" pitchFamily="34" charset="0"/>
              </a:defRPr>
            </a:lvl4pPr>
            <a:lvl5pPr>
              <a:defRPr sz="6600" b="1" i="0">
                <a:solidFill>
                  <a:schemeClr val="bg1"/>
                </a:solidFill>
                <a:latin typeface="Arial Black" panose="020B0604020202020204" pitchFamily="34" charset="0"/>
                <a:cs typeface="Arial Black" panose="020B0604020202020204" pitchFamily="34" charset="0"/>
              </a:defRPr>
            </a:lvl5pPr>
          </a:lstStyle>
          <a:p>
            <a:pPr lvl="0"/>
            <a:r>
              <a:rPr lang="en-US" dirty="0"/>
              <a:t>CLOSER</a:t>
            </a:r>
            <a:br>
              <a:rPr lang="en-US" dirty="0"/>
            </a:br>
            <a:r>
              <a:rPr lang="en-US" dirty="0"/>
              <a:t>HERE</a:t>
            </a:r>
          </a:p>
        </p:txBody>
      </p:sp>
      <p:pic>
        <p:nvPicPr>
          <p:cNvPr id="7" name="Picture 6">
            <a:extLst>
              <a:ext uri="{FF2B5EF4-FFF2-40B4-BE49-F238E27FC236}">
                <a16:creationId xmlns:a16="http://schemas.microsoft.com/office/drawing/2014/main" id="{00FE3963-72E0-EE44-8A67-34A2D0749968}"/>
              </a:ext>
            </a:extLst>
          </p:cNvPr>
          <p:cNvPicPr>
            <a:picLocks noChangeAspect="1"/>
          </p:cNvPicPr>
          <p:nvPr userDrawn="1"/>
        </p:nvPicPr>
        <p:blipFill>
          <a:blip r:embed="rId2"/>
          <a:srcRect/>
          <a:stretch/>
        </p:blipFill>
        <p:spPr>
          <a:xfrm>
            <a:off x="4474859" y="5261394"/>
            <a:ext cx="3242282" cy="904185"/>
          </a:xfrm>
          <a:prstGeom prst="rect">
            <a:avLst/>
          </a:prstGeom>
        </p:spPr>
      </p:pic>
    </p:spTree>
    <p:extLst>
      <p:ext uri="{BB962C8B-B14F-4D97-AF65-F5344CB8AC3E}">
        <p14:creationId xmlns:p14="http://schemas.microsoft.com/office/powerpoint/2010/main" val="22670398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userDrawn="1">
  <p:cSld name="Title Slide">
    <p:spTree>
      <p:nvGrpSpPr>
        <p:cNvPr id="1" name="Shape 17"/>
        <p:cNvGrpSpPr/>
        <p:nvPr/>
      </p:nvGrpSpPr>
      <p:grpSpPr>
        <a:xfrm>
          <a:off x="0" y="0"/>
          <a:ext cx="0" cy="0"/>
          <a:chOff x="0" y="0"/>
          <a:chExt cx="0" cy="0"/>
        </a:xfrm>
      </p:grpSpPr>
      <p:sp>
        <p:nvSpPr>
          <p:cNvPr id="2" name="Text Placeholder 2">
            <a:extLst>
              <a:ext uri="{FF2B5EF4-FFF2-40B4-BE49-F238E27FC236}">
                <a16:creationId xmlns:a16="http://schemas.microsoft.com/office/drawing/2014/main" id="{FBD8A258-8798-FE48-AD8D-42028381D375}"/>
              </a:ext>
            </a:extLst>
          </p:cNvPr>
          <p:cNvSpPr>
            <a:spLocks noGrp="1"/>
          </p:cNvSpPr>
          <p:nvPr>
            <p:ph type="body" sz="quarter" idx="10" hasCustomPrompt="1"/>
          </p:nvPr>
        </p:nvSpPr>
        <p:spPr>
          <a:xfrm>
            <a:off x="353758" y="2864622"/>
            <a:ext cx="11496865" cy="1128755"/>
          </a:xfrm>
          <a:prstGeom prst="rect">
            <a:avLst/>
          </a:prstGeom>
        </p:spPr>
        <p:txBody>
          <a:bodyPr/>
          <a:lstStyle>
            <a:lvl1pPr algn="ctr">
              <a:defRPr sz="6000" b="1" i="0">
                <a:solidFill>
                  <a:schemeClr val="bg1"/>
                </a:solidFill>
                <a:latin typeface="Arial Black" panose="020B0604020202020204" pitchFamily="34" charset="0"/>
                <a:cs typeface="Arial Black" panose="020B0604020202020204" pitchFamily="34" charset="0"/>
              </a:defRPr>
            </a:lvl1pPr>
            <a:lvl2pPr>
              <a:defRPr sz="6600" b="1" i="0">
                <a:solidFill>
                  <a:schemeClr val="bg1"/>
                </a:solidFill>
                <a:latin typeface="Arial Black" panose="020B0604020202020204" pitchFamily="34" charset="0"/>
                <a:cs typeface="Arial Black" panose="020B0604020202020204" pitchFamily="34" charset="0"/>
              </a:defRPr>
            </a:lvl2pPr>
            <a:lvl3pPr>
              <a:defRPr sz="6600" b="1" i="0">
                <a:solidFill>
                  <a:schemeClr val="bg1"/>
                </a:solidFill>
                <a:latin typeface="Arial Black" panose="020B0604020202020204" pitchFamily="34" charset="0"/>
                <a:cs typeface="Arial Black" panose="020B0604020202020204" pitchFamily="34" charset="0"/>
              </a:defRPr>
            </a:lvl3pPr>
            <a:lvl4pPr>
              <a:defRPr sz="6600" b="1" i="0">
                <a:solidFill>
                  <a:schemeClr val="bg1"/>
                </a:solidFill>
                <a:latin typeface="Arial Black" panose="020B0604020202020204" pitchFamily="34" charset="0"/>
                <a:cs typeface="Arial Black" panose="020B0604020202020204" pitchFamily="34" charset="0"/>
              </a:defRPr>
            </a:lvl4pPr>
            <a:lvl5pPr>
              <a:defRPr sz="6600" b="1" i="0">
                <a:solidFill>
                  <a:schemeClr val="bg1"/>
                </a:solidFill>
                <a:latin typeface="Arial Black" panose="020B0604020202020204" pitchFamily="34" charset="0"/>
                <a:cs typeface="Arial Black" panose="020B0604020202020204" pitchFamily="34" charset="0"/>
              </a:defRPr>
            </a:lvl5pPr>
          </a:lstStyle>
          <a:p>
            <a:pPr lvl="0"/>
            <a:r>
              <a:rPr lang="en-US" dirty="0"/>
              <a:t>MAIN HEADLINE HERE</a:t>
            </a:r>
          </a:p>
        </p:txBody>
      </p:sp>
      <p:sp>
        <p:nvSpPr>
          <p:cNvPr id="3" name="Text Placeholder 4">
            <a:extLst>
              <a:ext uri="{FF2B5EF4-FFF2-40B4-BE49-F238E27FC236}">
                <a16:creationId xmlns:a16="http://schemas.microsoft.com/office/drawing/2014/main" id="{4C6E1965-603B-AD40-8FE3-474B91E5D308}"/>
              </a:ext>
            </a:extLst>
          </p:cNvPr>
          <p:cNvSpPr>
            <a:spLocks noGrp="1"/>
          </p:cNvSpPr>
          <p:nvPr>
            <p:ph type="body" sz="quarter" idx="11" hasCustomPrompt="1"/>
          </p:nvPr>
        </p:nvSpPr>
        <p:spPr>
          <a:xfrm>
            <a:off x="353758" y="3993377"/>
            <a:ext cx="11496865" cy="558800"/>
          </a:xfrm>
          <a:prstGeom prst="rect">
            <a:avLst/>
          </a:prstGeom>
        </p:spPr>
        <p:txBody>
          <a:bodyPr/>
          <a:lstStyle>
            <a:lvl1pPr algn="ctr">
              <a:defRPr sz="1800" b="1" i="0">
                <a:solidFill>
                  <a:srgbClr val="183158"/>
                </a:solidFill>
                <a:latin typeface="Courier New" panose="02070309020205020404" pitchFamily="49" charset="0"/>
                <a:cs typeface="Courier New" panose="02070309020205020404" pitchFamily="49" charset="0"/>
              </a:defRPr>
            </a:lvl1pPr>
            <a:lvl2pPr>
              <a:defRPr>
                <a:solidFill>
                  <a:schemeClr val="bg1"/>
                </a:solidFill>
                <a:latin typeface="Courier New" panose="02070309020205020404" pitchFamily="49" charset="0"/>
                <a:cs typeface="Courier New" panose="02070309020205020404" pitchFamily="49" charset="0"/>
              </a:defRPr>
            </a:lvl2pPr>
            <a:lvl3pPr>
              <a:defRPr b="1" i="0">
                <a:solidFill>
                  <a:schemeClr val="bg1"/>
                </a:solidFill>
                <a:latin typeface="Courier New" panose="02070309020205020404" pitchFamily="49" charset="0"/>
                <a:cs typeface="Courier New" panose="02070309020205020404" pitchFamily="49" charset="0"/>
              </a:defRPr>
            </a:lvl3pPr>
            <a:lvl4pPr>
              <a:defRPr>
                <a:solidFill>
                  <a:schemeClr val="bg1"/>
                </a:solidFill>
                <a:latin typeface="Courier New" panose="02070309020205020404" pitchFamily="49" charset="0"/>
                <a:cs typeface="Courier New" panose="02070309020205020404" pitchFamily="49" charset="0"/>
              </a:defRPr>
            </a:lvl4pPr>
            <a:lvl5pPr>
              <a:defRPr>
                <a:solidFill>
                  <a:schemeClr val="bg1"/>
                </a:solidFill>
                <a:latin typeface="Courier New" panose="02070309020205020404" pitchFamily="49" charset="0"/>
                <a:cs typeface="Courier New" panose="02070309020205020404" pitchFamily="49" charset="0"/>
              </a:defRPr>
            </a:lvl5pPr>
          </a:lstStyle>
          <a:p>
            <a:pPr lvl="0"/>
            <a:r>
              <a:rPr lang="en-US" dirty="0"/>
              <a:t>Sub-Head Here</a:t>
            </a:r>
          </a:p>
        </p:txBody>
      </p:sp>
      <p:sp>
        <p:nvSpPr>
          <p:cNvPr id="4" name="Text Placeholder 4">
            <a:extLst>
              <a:ext uri="{FF2B5EF4-FFF2-40B4-BE49-F238E27FC236}">
                <a16:creationId xmlns:a16="http://schemas.microsoft.com/office/drawing/2014/main" id="{9C4CD5B0-B765-3345-8B82-DE156ACB612D}"/>
              </a:ext>
            </a:extLst>
          </p:cNvPr>
          <p:cNvSpPr>
            <a:spLocks noGrp="1"/>
          </p:cNvSpPr>
          <p:nvPr>
            <p:ph type="body" sz="quarter" idx="12" hasCustomPrompt="1"/>
          </p:nvPr>
        </p:nvSpPr>
        <p:spPr>
          <a:xfrm>
            <a:off x="353758" y="2290783"/>
            <a:ext cx="11496865" cy="558800"/>
          </a:xfrm>
          <a:prstGeom prst="rect">
            <a:avLst/>
          </a:prstGeom>
        </p:spPr>
        <p:txBody>
          <a:bodyPr/>
          <a:lstStyle>
            <a:lvl1pPr algn="ctr">
              <a:defRPr sz="1800" b="1" i="0">
                <a:solidFill>
                  <a:srgbClr val="183158"/>
                </a:solidFill>
                <a:latin typeface="Courier New" panose="02070309020205020404" pitchFamily="49" charset="0"/>
                <a:cs typeface="Courier New" panose="02070309020205020404" pitchFamily="49" charset="0"/>
              </a:defRPr>
            </a:lvl1pPr>
            <a:lvl2pPr>
              <a:defRPr>
                <a:solidFill>
                  <a:schemeClr val="bg1"/>
                </a:solidFill>
                <a:latin typeface="Courier New" panose="02070309020205020404" pitchFamily="49" charset="0"/>
                <a:cs typeface="Courier New" panose="02070309020205020404" pitchFamily="49" charset="0"/>
              </a:defRPr>
            </a:lvl2pPr>
            <a:lvl3pPr>
              <a:defRPr b="1" i="0">
                <a:solidFill>
                  <a:schemeClr val="bg1"/>
                </a:solidFill>
                <a:latin typeface="Courier New" panose="02070309020205020404" pitchFamily="49" charset="0"/>
                <a:cs typeface="Courier New" panose="02070309020205020404" pitchFamily="49" charset="0"/>
              </a:defRPr>
            </a:lvl3pPr>
            <a:lvl4pPr>
              <a:defRPr>
                <a:solidFill>
                  <a:schemeClr val="bg1"/>
                </a:solidFill>
                <a:latin typeface="Courier New" panose="02070309020205020404" pitchFamily="49" charset="0"/>
                <a:cs typeface="Courier New" panose="02070309020205020404" pitchFamily="49" charset="0"/>
              </a:defRPr>
            </a:lvl4pPr>
            <a:lvl5pPr>
              <a:defRPr>
                <a:solidFill>
                  <a:schemeClr val="bg1"/>
                </a:solidFill>
                <a:latin typeface="Courier New" panose="02070309020205020404" pitchFamily="49" charset="0"/>
                <a:cs typeface="Courier New" panose="02070309020205020404" pitchFamily="49" charset="0"/>
              </a:defRPr>
            </a:lvl5pPr>
          </a:lstStyle>
          <a:p>
            <a:pPr lvl="0"/>
            <a:r>
              <a:rPr lang="en-US" dirty="0"/>
              <a:t>Sub-Head Here</a:t>
            </a:r>
          </a:p>
        </p:txBody>
      </p:sp>
      <p:sp>
        <p:nvSpPr>
          <p:cNvPr id="5" name="Text Placeholder 7">
            <a:extLst>
              <a:ext uri="{FF2B5EF4-FFF2-40B4-BE49-F238E27FC236}">
                <a16:creationId xmlns:a16="http://schemas.microsoft.com/office/drawing/2014/main" id="{55D4F7BF-9D16-924E-A76B-28FFE90A5722}"/>
              </a:ext>
            </a:extLst>
          </p:cNvPr>
          <p:cNvSpPr>
            <a:spLocks noGrp="1"/>
          </p:cNvSpPr>
          <p:nvPr>
            <p:ph type="body" sz="quarter" idx="13" hasCustomPrompt="1"/>
          </p:nvPr>
        </p:nvSpPr>
        <p:spPr>
          <a:xfrm>
            <a:off x="10144125" y="6546850"/>
            <a:ext cx="1943100" cy="219075"/>
          </a:xfrm>
          <a:prstGeom prst="rect">
            <a:avLst/>
          </a:prstGeom>
        </p:spPr>
        <p:txBody>
          <a:bodyPr/>
          <a:lstStyle>
            <a:lvl1pPr algn="r">
              <a:defRPr sz="700">
                <a:solidFill>
                  <a:schemeClr val="bg1"/>
                </a:solidFill>
                <a:latin typeface="Courier New" panose="02070309020205020404" pitchFamily="49" charset="0"/>
                <a:cs typeface="Courier New" panose="02070309020205020404" pitchFamily="49" charset="0"/>
              </a:defRPr>
            </a:lvl1pPr>
            <a:lvl2pPr>
              <a:defRPr sz="700">
                <a:solidFill>
                  <a:schemeClr val="bg1"/>
                </a:solidFill>
                <a:latin typeface="Courier New" panose="02070309020205020404" pitchFamily="49" charset="0"/>
                <a:cs typeface="Courier New" panose="02070309020205020404" pitchFamily="49" charset="0"/>
              </a:defRPr>
            </a:lvl2pPr>
            <a:lvl3pPr>
              <a:defRPr sz="700">
                <a:solidFill>
                  <a:schemeClr val="bg1"/>
                </a:solidFill>
                <a:latin typeface="Courier New" panose="02070309020205020404" pitchFamily="49" charset="0"/>
                <a:cs typeface="Courier New" panose="02070309020205020404" pitchFamily="49" charset="0"/>
              </a:defRPr>
            </a:lvl3pPr>
            <a:lvl4pPr>
              <a:defRPr sz="700">
                <a:solidFill>
                  <a:schemeClr val="bg1"/>
                </a:solidFill>
                <a:latin typeface="Courier New" panose="02070309020205020404" pitchFamily="49" charset="0"/>
                <a:cs typeface="Courier New" panose="02070309020205020404" pitchFamily="49" charset="0"/>
              </a:defRPr>
            </a:lvl4pPr>
            <a:lvl5pPr>
              <a:defRPr sz="700">
                <a:solidFill>
                  <a:schemeClr val="bg1"/>
                </a:solidFill>
                <a:latin typeface="Courier New" panose="02070309020205020404" pitchFamily="49" charset="0"/>
                <a:cs typeface="Courier New" panose="02070309020205020404" pitchFamily="49" charset="0"/>
              </a:defRPr>
            </a:lvl5pPr>
          </a:lstStyle>
          <a:p>
            <a:pPr lvl="0"/>
            <a:r>
              <a:rPr lang="en-US" dirty="0"/>
              <a:t>2</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BB60CC85-5377-9D48-8C22-42E3D6D7AFD9}"/>
              </a:ext>
            </a:extLst>
          </p:cNvPr>
          <p:cNvSpPr>
            <a:spLocks noGrp="1"/>
          </p:cNvSpPr>
          <p:nvPr>
            <p:ph type="body" sz="quarter" idx="11" hasCustomPrompt="1"/>
          </p:nvPr>
        </p:nvSpPr>
        <p:spPr>
          <a:xfrm>
            <a:off x="795763" y="3874930"/>
            <a:ext cx="6652981" cy="2164924"/>
          </a:xfrm>
          <a:prstGeom prst="rect">
            <a:avLst/>
          </a:prstGeom>
        </p:spPr>
        <p:txBody>
          <a:bodyPr/>
          <a:lstStyle>
            <a:lvl1pPr>
              <a:defRPr sz="6000" b="1" i="0">
                <a:solidFill>
                  <a:srgbClr val="183158"/>
                </a:solidFill>
                <a:latin typeface="Arial Black" panose="020B0604020202020204" pitchFamily="34" charset="0"/>
                <a:cs typeface="Arial Black" panose="020B0604020202020204" pitchFamily="34" charset="0"/>
              </a:defRPr>
            </a:lvl1pPr>
            <a:lvl2pPr>
              <a:defRPr sz="6600" b="1" i="0">
                <a:solidFill>
                  <a:schemeClr val="bg1"/>
                </a:solidFill>
                <a:latin typeface="Arial Black" panose="020B0604020202020204" pitchFamily="34" charset="0"/>
                <a:cs typeface="Arial Black" panose="020B0604020202020204" pitchFamily="34" charset="0"/>
              </a:defRPr>
            </a:lvl2pPr>
            <a:lvl3pPr>
              <a:defRPr sz="6600" b="1" i="0">
                <a:solidFill>
                  <a:schemeClr val="bg1"/>
                </a:solidFill>
                <a:latin typeface="Arial Black" panose="020B0604020202020204" pitchFamily="34" charset="0"/>
                <a:cs typeface="Arial Black" panose="020B0604020202020204" pitchFamily="34" charset="0"/>
              </a:defRPr>
            </a:lvl3pPr>
            <a:lvl4pPr>
              <a:defRPr sz="6600" b="1" i="0">
                <a:solidFill>
                  <a:schemeClr val="bg1"/>
                </a:solidFill>
                <a:latin typeface="Arial Black" panose="020B0604020202020204" pitchFamily="34" charset="0"/>
                <a:cs typeface="Arial Black" panose="020B0604020202020204" pitchFamily="34" charset="0"/>
              </a:defRPr>
            </a:lvl4pPr>
            <a:lvl5pPr>
              <a:defRPr sz="6600" b="1" i="0">
                <a:solidFill>
                  <a:schemeClr val="bg1"/>
                </a:solidFill>
                <a:latin typeface="Arial Black" panose="020B0604020202020204" pitchFamily="34" charset="0"/>
                <a:cs typeface="Arial Black" panose="020B0604020202020204" pitchFamily="34" charset="0"/>
              </a:defRPr>
            </a:lvl5pPr>
          </a:lstStyle>
          <a:p>
            <a:pPr lvl="0"/>
            <a:r>
              <a:rPr lang="en-US" dirty="0"/>
              <a:t>SECTION </a:t>
            </a:r>
            <a:br>
              <a:rPr lang="en-US" dirty="0"/>
            </a:br>
            <a:r>
              <a:rPr lang="en-US" dirty="0"/>
              <a:t>DIVIDER</a:t>
            </a:r>
          </a:p>
        </p:txBody>
      </p:sp>
      <p:sp>
        <p:nvSpPr>
          <p:cNvPr id="6" name="Text Placeholder 4">
            <a:extLst>
              <a:ext uri="{FF2B5EF4-FFF2-40B4-BE49-F238E27FC236}">
                <a16:creationId xmlns:a16="http://schemas.microsoft.com/office/drawing/2014/main" id="{FF9E6617-C0D2-C747-8F1A-40B56F248D6A}"/>
              </a:ext>
            </a:extLst>
          </p:cNvPr>
          <p:cNvSpPr>
            <a:spLocks noGrp="1"/>
          </p:cNvSpPr>
          <p:nvPr>
            <p:ph type="body" sz="quarter" idx="12" hasCustomPrompt="1"/>
          </p:nvPr>
        </p:nvSpPr>
        <p:spPr>
          <a:xfrm>
            <a:off x="795763" y="3429000"/>
            <a:ext cx="6652981" cy="445929"/>
          </a:xfrm>
          <a:prstGeom prst="rect">
            <a:avLst/>
          </a:prstGeom>
        </p:spPr>
        <p:txBody>
          <a:bodyPr/>
          <a:lstStyle>
            <a:lvl1pPr>
              <a:defRPr sz="1800" b="1" i="0">
                <a:solidFill>
                  <a:srgbClr val="183158"/>
                </a:solidFill>
                <a:latin typeface="Courier New" panose="02070309020205020404" pitchFamily="49" charset="0"/>
                <a:cs typeface="Courier New" panose="02070309020205020404" pitchFamily="49" charset="0"/>
              </a:defRPr>
            </a:lvl1pPr>
            <a:lvl2pPr>
              <a:defRPr>
                <a:solidFill>
                  <a:schemeClr val="bg1"/>
                </a:solidFill>
                <a:latin typeface="Courier New" panose="02070309020205020404" pitchFamily="49" charset="0"/>
                <a:cs typeface="Courier New" panose="02070309020205020404" pitchFamily="49" charset="0"/>
              </a:defRPr>
            </a:lvl2pPr>
            <a:lvl3pPr>
              <a:defRPr b="1" i="0">
                <a:solidFill>
                  <a:schemeClr val="bg1"/>
                </a:solidFill>
                <a:latin typeface="Courier New" panose="02070309020205020404" pitchFamily="49" charset="0"/>
                <a:cs typeface="Courier New" panose="02070309020205020404" pitchFamily="49" charset="0"/>
              </a:defRPr>
            </a:lvl3pPr>
            <a:lvl4pPr>
              <a:defRPr>
                <a:solidFill>
                  <a:schemeClr val="bg1"/>
                </a:solidFill>
                <a:latin typeface="Courier New" panose="02070309020205020404" pitchFamily="49" charset="0"/>
                <a:cs typeface="Courier New" panose="02070309020205020404" pitchFamily="49" charset="0"/>
              </a:defRPr>
            </a:lvl4pPr>
            <a:lvl5pPr>
              <a:defRPr>
                <a:solidFill>
                  <a:schemeClr val="bg1"/>
                </a:solidFill>
                <a:latin typeface="Courier New" panose="02070309020205020404" pitchFamily="49" charset="0"/>
                <a:cs typeface="Courier New" panose="02070309020205020404" pitchFamily="49" charset="0"/>
              </a:defRPr>
            </a:lvl5pPr>
          </a:lstStyle>
          <a:p>
            <a:pPr lvl="0"/>
            <a:r>
              <a:rPr lang="en-US" dirty="0"/>
              <a:t>SUBHEAD HERE</a:t>
            </a:r>
          </a:p>
        </p:txBody>
      </p:sp>
      <p:pic>
        <p:nvPicPr>
          <p:cNvPr id="3" name="Picture 2">
            <a:extLst>
              <a:ext uri="{FF2B5EF4-FFF2-40B4-BE49-F238E27FC236}">
                <a16:creationId xmlns:a16="http://schemas.microsoft.com/office/drawing/2014/main" id="{E11ED13F-D44B-7F09-FC9A-5CABA8B94772}"/>
              </a:ext>
            </a:extLst>
          </p:cNvPr>
          <p:cNvPicPr>
            <a:picLocks noChangeAspect="1"/>
          </p:cNvPicPr>
          <p:nvPr userDrawn="1"/>
        </p:nvPicPr>
        <p:blipFill>
          <a:blip r:embed="rId2"/>
          <a:srcRect/>
          <a:stretch/>
        </p:blipFill>
        <p:spPr>
          <a:xfrm>
            <a:off x="9511931" y="83805"/>
            <a:ext cx="2680069" cy="747399"/>
          </a:xfrm>
          <a:prstGeom prst="rect">
            <a:avLst/>
          </a:prstGeom>
        </p:spPr>
      </p:pic>
    </p:spTree>
    <p:extLst>
      <p:ext uri="{BB962C8B-B14F-4D97-AF65-F5344CB8AC3E}">
        <p14:creationId xmlns:p14="http://schemas.microsoft.com/office/powerpoint/2010/main" val="318256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ustom Layout" preserve="1" userDrawn="1">
  <p:cSld name="4_Custom Layout">
    <p:spTree>
      <p:nvGrpSpPr>
        <p:cNvPr id="1" name="Shape 25"/>
        <p:cNvGrpSpPr/>
        <p:nvPr/>
      </p:nvGrpSpPr>
      <p:grpSpPr>
        <a:xfrm>
          <a:off x="0" y="0"/>
          <a:ext cx="0" cy="0"/>
          <a:chOff x="0" y="0"/>
          <a:chExt cx="0" cy="0"/>
        </a:xfrm>
      </p:grpSpPr>
      <p:sp>
        <p:nvSpPr>
          <p:cNvPr id="2" name="Text Placeholder 2">
            <a:extLst>
              <a:ext uri="{FF2B5EF4-FFF2-40B4-BE49-F238E27FC236}">
                <a16:creationId xmlns:a16="http://schemas.microsoft.com/office/drawing/2014/main" id="{2B1C5D45-B30F-E648-AAB6-DC00B8E0BB45}"/>
              </a:ext>
            </a:extLst>
          </p:cNvPr>
          <p:cNvSpPr>
            <a:spLocks noGrp="1"/>
          </p:cNvSpPr>
          <p:nvPr>
            <p:ph type="body" sz="quarter" idx="10" hasCustomPrompt="1"/>
          </p:nvPr>
        </p:nvSpPr>
        <p:spPr>
          <a:xfrm>
            <a:off x="353758" y="2685256"/>
            <a:ext cx="11496865" cy="1487487"/>
          </a:xfrm>
          <a:prstGeom prst="rect">
            <a:avLst/>
          </a:prstGeom>
        </p:spPr>
        <p:txBody>
          <a:bodyPr/>
          <a:lstStyle>
            <a:lvl1pPr>
              <a:defRPr sz="6000" b="1" i="0">
                <a:solidFill>
                  <a:srgbClr val="183158"/>
                </a:solidFill>
                <a:latin typeface="Arial Black" panose="020B0604020202020204" pitchFamily="34" charset="0"/>
                <a:cs typeface="Arial Black" panose="020B0604020202020204" pitchFamily="34" charset="0"/>
              </a:defRPr>
            </a:lvl1pPr>
            <a:lvl2pPr>
              <a:defRPr sz="6600" b="1" i="0">
                <a:solidFill>
                  <a:schemeClr val="bg1"/>
                </a:solidFill>
                <a:latin typeface="Arial Black" panose="020B0604020202020204" pitchFamily="34" charset="0"/>
                <a:cs typeface="Arial Black" panose="020B0604020202020204" pitchFamily="34" charset="0"/>
              </a:defRPr>
            </a:lvl2pPr>
            <a:lvl3pPr>
              <a:defRPr sz="6600" b="1" i="0">
                <a:solidFill>
                  <a:schemeClr val="bg1"/>
                </a:solidFill>
                <a:latin typeface="Arial Black" panose="020B0604020202020204" pitchFamily="34" charset="0"/>
                <a:cs typeface="Arial Black" panose="020B0604020202020204" pitchFamily="34" charset="0"/>
              </a:defRPr>
            </a:lvl3pPr>
            <a:lvl4pPr>
              <a:defRPr sz="6600" b="1" i="0">
                <a:solidFill>
                  <a:schemeClr val="bg1"/>
                </a:solidFill>
                <a:latin typeface="Arial Black" panose="020B0604020202020204" pitchFamily="34" charset="0"/>
                <a:cs typeface="Arial Black" panose="020B0604020202020204" pitchFamily="34" charset="0"/>
              </a:defRPr>
            </a:lvl4pPr>
            <a:lvl5pPr>
              <a:defRPr sz="6600" b="1" i="0">
                <a:solidFill>
                  <a:schemeClr val="bg1"/>
                </a:solidFill>
                <a:latin typeface="Arial Black" panose="020B0604020202020204" pitchFamily="34" charset="0"/>
                <a:cs typeface="Arial Black" panose="020B0604020202020204" pitchFamily="34" charset="0"/>
              </a:defRPr>
            </a:lvl5pPr>
          </a:lstStyle>
          <a:p>
            <a:pPr lvl="0"/>
            <a:r>
              <a:rPr lang="en-US" dirty="0"/>
              <a:t>MAIN HEADLINE HERE</a:t>
            </a:r>
          </a:p>
        </p:txBody>
      </p:sp>
      <p:sp>
        <p:nvSpPr>
          <p:cNvPr id="3" name="Text Placeholder 4">
            <a:extLst>
              <a:ext uri="{FF2B5EF4-FFF2-40B4-BE49-F238E27FC236}">
                <a16:creationId xmlns:a16="http://schemas.microsoft.com/office/drawing/2014/main" id="{B2AE392F-3630-894E-883C-1B06B4205B4A}"/>
              </a:ext>
            </a:extLst>
          </p:cNvPr>
          <p:cNvSpPr>
            <a:spLocks noGrp="1"/>
          </p:cNvSpPr>
          <p:nvPr>
            <p:ph type="body" sz="quarter" idx="11" hasCustomPrompt="1"/>
          </p:nvPr>
        </p:nvSpPr>
        <p:spPr>
          <a:xfrm>
            <a:off x="353758" y="2126456"/>
            <a:ext cx="11496865" cy="558800"/>
          </a:xfrm>
          <a:prstGeom prst="rect">
            <a:avLst/>
          </a:prstGeom>
        </p:spPr>
        <p:txBody>
          <a:bodyPr/>
          <a:lstStyle>
            <a:lvl1pPr>
              <a:defRPr sz="1800" b="1" i="0">
                <a:solidFill>
                  <a:srgbClr val="183158"/>
                </a:solidFill>
                <a:latin typeface="Courier New" panose="02070309020205020404" pitchFamily="49" charset="0"/>
                <a:cs typeface="Courier New" panose="02070309020205020404" pitchFamily="49" charset="0"/>
              </a:defRPr>
            </a:lvl1pPr>
            <a:lvl2pPr>
              <a:defRPr>
                <a:solidFill>
                  <a:schemeClr val="bg1"/>
                </a:solidFill>
                <a:latin typeface="Courier New" panose="02070309020205020404" pitchFamily="49" charset="0"/>
                <a:cs typeface="Courier New" panose="02070309020205020404" pitchFamily="49" charset="0"/>
              </a:defRPr>
            </a:lvl2pPr>
            <a:lvl3pPr>
              <a:defRPr b="1" i="0">
                <a:solidFill>
                  <a:schemeClr val="bg1"/>
                </a:solidFill>
                <a:latin typeface="Courier New" panose="02070309020205020404" pitchFamily="49" charset="0"/>
                <a:cs typeface="Courier New" panose="02070309020205020404" pitchFamily="49" charset="0"/>
              </a:defRPr>
            </a:lvl3pPr>
            <a:lvl4pPr>
              <a:defRPr>
                <a:solidFill>
                  <a:schemeClr val="bg1"/>
                </a:solidFill>
                <a:latin typeface="Courier New" panose="02070309020205020404" pitchFamily="49" charset="0"/>
                <a:cs typeface="Courier New" panose="02070309020205020404" pitchFamily="49" charset="0"/>
              </a:defRPr>
            </a:lvl4pPr>
            <a:lvl5pPr>
              <a:defRPr>
                <a:solidFill>
                  <a:schemeClr val="bg1"/>
                </a:solidFill>
                <a:latin typeface="Courier New" panose="02070309020205020404" pitchFamily="49" charset="0"/>
                <a:cs typeface="Courier New" panose="02070309020205020404" pitchFamily="49" charset="0"/>
              </a:defRPr>
            </a:lvl5pPr>
          </a:lstStyle>
          <a:p>
            <a:pPr lvl="0"/>
            <a:r>
              <a:rPr lang="en-US" dirty="0"/>
              <a:t>SUBHEAD HERE</a:t>
            </a:r>
          </a:p>
        </p:txBody>
      </p:sp>
      <p:sp>
        <p:nvSpPr>
          <p:cNvPr id="7" name="Text Placeholder 7">
            <a:extLst>
              <a:ext uri="{FF2B5EF4-FFF2-40B4-BE49-F238E27FC236}">
                <a16:creationId xmlns:a16="http://schemas.microsoft.com/office/drawing/2014/main" id="{ED86D6A8-57F7-534D-8E6A-606E6CA3D3F2}"/>
              </a:ext>
            </a:extLst>
          </p:cNvPr>
          <p:cNvSpPr>
            <a:spLocks noGrp="1"/>
          </p:cNvSpPr>
          <p:nvPr>
            <p:ph type="body" sz="quarter" idx="17" hasCustomPrompt="1"/>
          </p:nvPr>
        </p:nvSpPr>
        <p:spPr>
          <a:xfrm>
            <a:off x="10144125" y="6546850"/>
            <a:ext cx="1943100" cy="219075"/>
          </a:xfrm>
          <a:prstGeom prst="rect">
            <a:avLst/>
          </a:prstGeom>
        </p:spPr>
        <p:txBody>
          <a:bodyPr/>
          <a:lstStyle>
            <a:lvl1pPr algn="r">
              <a:defRPr sz="700">
                <a:solidFill>
                  <a:srgbClr val="183158"/>
                </a:solidFill>
                <a:latin typeface="Courier New" panose="02070309020205020404" pitchFamily="49" charset="0"/>
                <a:cs typeface="Courier New" panose="02070309020205020404" pitchFamily="49" charset="0"/>
              </a:defRPr>
            </a:lvl1pPr>
            <a:lvl2pPr>
              <a:defRPr sz="700">
                <a:solidFill>
                  <a:schemeClr val="bg1"/>
                </a:solidFill>
                <a:latin typeface="Courier New" panose="02070309020205020404" pitchFamily="49" charset="0"/>
                <a:cs typeface="Courier New" panose="02070309020205020404" pitchFamily="49" charset="0"/>
              </a:defRPr>
            </a:lvl2pPr>
            <a:lvl3pPr>
              <a:defRPr sz="700">
                <a:solidFill>
                  <a:schemeClr val="bg1"/>
                </a:solidFill>
                <a:latin typeface="Courier New" panose="02070309020205020404" pitchFamily="49" charset="0"/>
                <a:cs typeface="Courier New" panose="02070309020205020404" pitchFamily="49" charset="0"/>
              </a:defRPr>
            </a:lvl3pPr>
            <a:lvl4pPr>
              <a:defRPr sz="700">
                <a:solidFill>
                  <a:schemeClr val="bg1"/>
                </a:solidFill>
                <a:latin typeface="Courier New" panose="02070309020205020404" pitchFamily="49" charset="0"/>
                <a:cs typeface="Courier New" panose="02070309020205020404" pitchFamily="49" charset="0"/>
              </a:defRPr>
            </a:lvl4pPr>
            <a:lvl5pPr>
              <a:defRPr sz="700">
                <a:solidFill>
                  <a:schemeClr val="bg1"/>
                </a:solidFill>
                <a:latin typeface="Courier New" panose="02070309020205020404" pitchFamily="49" charset="0"/>
                <a:cs typeface="Courier New" panose="02070309020205020404" pitchFamily="49" charset="0"/>
              </a:defRPr>
            </a:lvl5pPr>
          </a:lstStyle>
          <a:p>
            <a:pPr lvl="0"/>
            <a:r>
              <a:rPr lang="en-US" dirty="0"/>
              <a:t>2</a:t>
            </a:r>
          </a:p>
        </p:txBody>
      </p:sp>
      <p:sp>
        <p:nvSpPr>
          <p:cNvPr id="9" name="Text Placeholder 8">
            <a:extLst>
              <a:ext uri="{FF2B5EF4-FFF2-40B4-BE49-F238E27FC236}">
                <a16:creationId xmlns:a16="http://schemas.microsoft.com/office/drawing/2014/main" id="{5921C86E-3E1C-7D20-A1F9-7BB61E593CE5}"/>
              </a:ext>
            </a:extLst>
          </p:cNvPr>
          <p:cNvSpPr>
            <a:spLocks noGrp="1"/>
          </p:cNvSpPr>
          <p:nvPr>
            <p:ph type="body" sz="quarter" idx="18"/>
          </p:nvPr>
        </p:nvSpPr>
        <p:spPr>
          <a:xfrm>
            <a:off x="354013" y="4316413"/>
            <a:ext cx="11496675" cy="1966912"/>
          </a:xfrm>
          <a:prstGeom prst="rect">
            <a:avLst/>
          </a:prstGeom>
        </p:spPr>
        <p:txBody>
          <a:bodyPr/>
          <a:lstStyle>
            <a:lvl1pPr marL="285750" indent="-285750">
              <a:buFont typeface="Arial" panose="020B0604020202020204" pitchFamily="34" charset="0"/>
              <a:buChar char="•"/>
              <a:defRPr/>
            </a:lvl1pPr>
            <a:lvl2pPr marL="342900" indent="-342900">
              <a:buFont typeface="+mj-lt"/>
              <a:buAutoNum type="arabicPeriod"/>
              <a:defRPr/>
            </a:lvl2pPr>
            <a:lvl3pPr marL="285750" indent="-285750">
              <a:buFont typeface="Arial" panose="020B0604020202020204" pitchFamily="34" charset="0"/>
              <a:buChar char="•"/>
              <a:defRPr/>
            </a:lvl3pPr>
            <a:lvl4pPr marL="285750" indent="-285750">
              <a:buFont typeface="Arial" panose="020B0604020202020204" pitchFamily="34" charset="0"/>
              <a:buChar char="•"/>
              <a:defRPr/>
            </a:lvl4pPr>
            <a:lvl5pPr marL="174625" indent="-174625">
              <a:buFont typeface="Arial" panose="020B0604020202020204" pitchFamily="34" charset="0"/>
              <a:buChar char="•"/>
              <a:tabLst/>
              <a:defRPr sz="1800"/>
            </a:lvl5pPr>
            <a:lvl6pPr marL="692150" indent="-233363">
              <a:buFont typeface="Arial" panose="020B0604020202020204" pitchFamily="34" charset="0"/>
              <a:buChar char="•"/>
              <a:tabLst/>
              <a:defRPr sz="1600"/>
            </a:lvl6pPr>
            <a:lvl7pPr marL="917575" indent="-225425">
              <a:buFont typeface="Arial" panose="020B0604020202020204" pitchFamily="34" charset="0"/>
              <a:buChar char="•"/>
              <a:tabLst/>
              <a:defRPr/>
            </a:lvl7pPr>
            <a:lvl8pPr marL="1152525" indent="-234950">
              <a:buFont typeface="Arial" panose="020B0604020202020204" pitchFamily="34" charset="0"/>
              <a:buChar char="•"/>
              <a:tabLst/>
              <a:defRPr/>
            </a:lvl8pPr>
          </a:lstStyle>
          <a:p>
            <a:pPr lvl="4"/>
            <a:r>
              <a:rPr lang="en-US" dirty="0"/>
              <a:t>Click to edit Master text styles</a:t>
            </a:r>
          </a:p>
          <a:p>
            <a:pPr lvl="5"/>
            <a:r>
              <a:rPr lang="en-US" dirty="0"/>
              <a:t>Second level</a:t>
            </a:r>
          </a:p>
          <a:p>
            <a:pPr lvl="6"/>
            <a:r>
              <a:rPr lang="en-US" dirty="0"/>
              <a:t>Third level</a:t>
            </a:r>
          </a:p>
          <a:p>
            <a:pPr lvl="7"/>
            <a:r>
              <a:rPr lang="en-US" dirty="0"/>
              <a:t>Fourth Level</a:t>
            </a:r>
          </a:p>
          <a:p>
            <a:pPr lvl="6"/>
            <a:endParaRPr lang="en-US" dirty="0"/>
          </a:p>
        </p:txBody>
      </p:sp>
      <p:pic>
        <p:nvPicPr>
          <p:cNvPr id="5" name="Picture 4">
            <a:extLst>
              <a:ext uri="{FF2B5EF4-FFF2-40B4-BE49-F238E27FC236}">
                <a16:creationId xmlns:a16="http://schemas.microsoft.com/office/drawing/2014/main" id="{0B634F47-BB1D-1778-C5D8-DF559A6F5B56}"/>
              </a:ext>
            </a:extLst>
          </p:cNvPr>
          <p:cNvPicPr>
            <a:picLocks noChangeAspect="1"/>
          </p:cNvPicPr>
          <p:nvPr userDrawn="1"/>
        </p:nvPicPr>
        <p:blipFill>
          <a:blip r:embed="rId2"/>
          <a:srcRect/>
          <a:stretch/>
        </p:blipFill>
        <p:spPr>
          <a:xfrm>
            <a:off x="9511931" y="83805"/>
            <a:ext cx="2680069" cy="747399"/>
          </a:xfrm>
          <a:prstGeom prst="rect">
            <a:avLst/>
          </a:prstGeom>
        </p:spPr>
      </p:pic>
    </p:spTree>
    <p:extLst>
      <p:ext uri="{BB962C8B-B14F-4D97-AF65-F5344CB8AC3E}">
        <p14:creationId xmlns:p14="http://schemas.microsoft.com/office/powerpoint/2010/main" val="869424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preserve="1" userDrawn="1">
  <p:cSld name="Title Slide">
    <p:spTree>
      <p:nvGrpSpPr>
        <p:cNvPr id="1" name="Shape 11"/>
        <p:cNvGrpSpPr/>
        <p:nvPr/>
      </p:nvGrpSpPr>
      <p:grpSpPr>
        <a:xfrm>
          <a:off x="0" y="0"/>
          <a:ext cx="0" cy="0"/>
          <a:chOff x="0" y="0"/>
          <a:chExt cx="0" cy="0"/>
        </a:xfrm>
      </p:grpSpPr>
      <p:sp>
        <p:nvSpPr>
          <p:cNvPr id="3" name="Text Placeholder 2">
            <a:extLst>
              <a:ext uri="{FF2B5EF4-FFF2-40B4-BE49-F238E27FC236}">
                <a16:creationId xmlns:a16="http://schemas.microsoft.com/office/drawing/2014/main" id="{320FE476-C023-5246-B9AF-38F170C9FAF5}"/>
              </a:ext>
            </a:extLst>
          </p:cNvPr>
          <p:cNvSpPr>
            <a:spLocks noGrp="1"/>
          </p:cNvSpPr>
          <p:nvPr>
            <p:ph type="body" sz="quarter" idx="10" hasCustomPrompt="1"/>
          </p:nvPr>
        </p:nvSpPr>
        <p:spPr>
          <a:xfrm>
            <a:off x="353758" y="2685256"/>
            <a:ext cx="11496865" cy="1487487"/>
          </a:xfrm>
          <a:prstGeom prst="rect">
            <a:avLst/>
          </a:prstGeom>
        </p:spPr>
        <p:txBody>
          <a:bodyPr/>
          <a:lstStyle>
            <a:lvl1pPr>
              <a:defRPr sz="6000" b="1" i="0">
                <a:solidFill>
                  <a:srgbClr val="183158"/>
                </a:solidFill>
                <a:latin typeface="Arial Black" panose="020B0604020202020204" pitchFamily="34" charset="0"/>
                <a:cs typeface="Arial Black" panose="020B0604020202020204" pitchFamily="34" charset="0"/>
              </a:defRPr>
            </a:lvl1pPr>
            <a:lvl2pPr>
              <a:defRPr sz="6600" b="1" i="0">
                <a:solidFill>
                  <a:schemeClr val="bg1"/>
                </a:solidFill>
                <a:latin typeface="Arial Black" panose="020B0604020202020204" pitchFamily="34" charset="0"/>
                <a:cs typeface="Arial Black" panose="020B0604020202020204" pitchFamily="34" charset="0"/>
              </a:defRPr>
            </a:lvl2pPr>
            <a:lvl3pPr>
              <a:defRPr sz="6600" b="1" i="0">
                <a:solidFill>
                  <a:schemeClr val="bg1"/>
                </a:solidFill>
                <a:latin typeface="Arial Black" panose="020B0604020202020204" pitchFamily="34" charset="0"/>
                <a:cs typeface="Arial Black" panose="020B0604020202020204" pitchFamily="34" charset="0"/>
              </a:defRPr>
            </a:lvl3pPr>
            <a:lvl4pPr>
              <a:defRPr sz="6600" b="1" i="0">
                <a:solidFill>
                  <a:schemeClr val="bg1"/>
                </a:solidFill>
                <a:latin typeface="Arial Black" panose="020B0604020202020204" pitchFamily="34" charset="0"/>
                <a:cs typeface="Arial Black" panose="020B0604020202020204" pitchFamily="34" charset="0"/>
              </a:defRPr>
            </a:lvl4pPr>
            <a:lvl5pPr>
              <a:defRPr sz="6600" b="1" i="0">
                <a:solidFill>
                  <a:schemeClr val="bg1"/>
                </a:solidFill>
                <a:latin typeface="Arial Black" panose="020B0604020202020204" pitchFamily="34" charset="0"/>
                <a:cs typeface="Arial Black" panose="020B0604020202020204" pitchFamily="34" charset="0"/>
              </a:defRPr>
            </a:lvl5pPr>
          </a:lstStyle>
          <a:p>
            <a:pPr lvl="0"/>
            <a:r>
              <a:rPr lang="en-US" dirty="0"/>
              <a:t>MAIN HEADLINE HERE</a:t>
            </a:r>
          </a:p>
        </p:txBody>
      </p:sp>
      <p:sp>
        <p:nvSpPr>
          <p:cNvPr id="5" name="Text Placeholder 4">
            <a:extLst>
              <a:ext uri="{FF2B5EF4-FFF2-40B4-BE49-F238E27FC236}">
                <a16:creationId xmlns:a16="http://schemas.microsoft.com/office/drawing/2014/main" id="{DC53DE34-CFBB-4342-A8D8-1670888F6213}"/>
              </a:ext>
            </a:extLst>
          </p:cNvPr>
          <p:cNvSpPr>
            <a:spLocks noGrp="1"/>
          </p:cNvSpPr>
          <p:nvPr>
            <p:ph type="body" sz="quarter" idx="11" hasCustomPrompt="1"/>
          </p:nvPr>
        </p:nvSpPr>
        <p:spPr>
          <a:xfrm>
            <a:off x="353758" y="4171950"/>
            <a:ext cx="11496865" cy="558800"/>
          </a:xfrm>
          <a:prstGeom prst="rect">
            <a:avLst/>
          </a:prstGeom>
        </p:spPr>
        <p:txBody>
          <a:bodyPr/>
          <a:lstStyle>
            <a:lvl1pPr>
              <a:defRPr sz="1800" b="1" i="0">
                <a:solidFill>
                  <a:srgbClr val="183158"/>
                </a:solidFill>
                <a:latin typeface="Courier New" panose="02070309020205020404" pitchFamily="49" charset="0"/>
                <a:cs typeface="Courier New" panose="02070309020205020404" pitchFamily="49" charset="0"/>
              </a:defRPr>
            </a:lvl1pPr>
            <a:lvl2pPr>
              <a:defRPr>
                <a:solidFill>
                  <a:schemeClr val="bg1"/>
                </a:solidFill>
                <a:latin typeface="Courier New" panose="02070309020205020404" pitchFamily="49" charset="0"/>
                <a:cs typeface="Courier New" panose="02070309020205020404" pitchFamily="49" charset="0"/>
              </a:defRPr>
            </a:lvl2pPr>
            <a:lvl3pPr>
              <a:defRPr b="1" i="0">
                <a:solidFill>
                  <a:schemeClr val="bg1"/>
                </a:solidFill>
                <a:latin typeface="Courier New" panose="02070309020205020404" pitchFamily="49" charset="0"/>
                <a:cs typeface="Courier New" panose="02070309020205020404" pitchFamily="49" charset="0"/>
              </a:defRPr>
            </a:lvl3pPr>
            <a:lvl4pPr>
              <a:defRPr>
                <a:solidFill>
                  <a:schemeClr val="bg1"/>
                </a:solidFill>
                <a:latin typeface="Courier New" panose="02070309020205020404" pitchFamily="49" charset="0"/>
                <a:cs typeface="Courier New" panose="02070309020205020404" pitchFamily="49" charset="0"/>
              </a:defRPr>
            </a:lvl4pPr>
            <a:lvl5pPr>
              <a:defRPr>
                <a:solidFill>
                  <a:schemeClr val="bg1"/>
                </a:solidFill>
                <a:latin typeface="Courier New" panose="02070309020205020404" pitchFamily="49" charset="0"/>
                <a:cs typeface="Courier New" panose="02070309020205020404" pitchFamily="49" charset="0"/>
              </a:defRPr>
            </a:lvl5pPr>
          </a:lstStyle>
          <a:p>
            <a:pPr lvl="0"/>
            <a:r>
              <a:rPr lang="en-US" dirty="0"/>
              <a:t>Sub-Head Here</a:t>
            </a:r>
          </a:p>
        </p:txBody>
      </p:sp>
      <p:sp>
        <p:nvSpPr>
          <p:cNvPr id="8" name="Text Placeholder 7">
            <a:extLst>
              <a:ext uri="{FF2B5EF4-FFF2-40B4-BE49-F238E27FC236}">
                <a16:creationId xmlns:a16="http://schemas.microsoft.com/office/drawing/2014/main" id="{3A55B0E5-E401-744B-9F21-0224F708CF80}"/>
              </a:ext>
            </a:extLst>
          </p:cNvPr>
          <p:cNvSpPr>
            <a:spLocks noGrp="1"/>
          </p:cNvSpPr>
          <p:nvPr>
            <p:ph type="body" sz="quarter" idx="12" hasCustomPrompt="1"/>
          </p:nvPr>
        </p:nvSpPr>
        <p:spPr>
          <a:xfrm>
            <a:off x="10144125" y="6546850"/>
            <a:ext cx="1943100" cy="219075"/>
          </a:xfrm>
          <a:prstGeom prst="rect">
            <a:avLst/>
          </a:prstGeom>
        </p:spPr>
        <p:txBody>
          <a:bodyPr/>
          <a:lstStyle>
            <a:lvl1pPr algn="r">
              <a:defRPr sz="700">
                <a:solidFill>
                  <a:srgbClr val="183158"/>
                </a:solidFill>
                <a:latin typeface="Courier New" panose="02070309020205020404" pitchFamily="49" charset="0"/>
                <a:cs typeface="Courier New" panose="02070309020205020404" pitchFamily="49" charset="0"/>
              </a:defRPr>
            </a:lvl1pPr>
            <a:lvl2pPr>
              <a:defRPr sz="700">
                <a:solidFill>
                  <a:schemeClr val="bg1"/>
                </a:solidFill>
                <a:latin typeface="Courier New" panose="02070309020205020404" pitchFamily="49" charset="0"/>
                <a:cs typeface="Courier New" panose="02070309020205020404" pitchFamily="49" charset="0"/>
              </a:defRPr>
            </a:lvl2pPr>
            <a:lvl3pPr>
              <a:defRPr sz="700">
                <a:solidFill>
                  <a:schemeClr val="bg1"/>
                </a:solidFill>
                <a:latin typeface="Courier New" panose="02070309020205020404" pitchFamily="49" charset="0"/>
                <a:cs typeface="Courier New" panose="02070309020205020404" pitchFamily="49" charset="0"/>
              </a:defRPr>
            </a:lvl3pPr>
            <a:lvl4pPr>
              <a:defRPr sz="700">
                <a:solidFill>
                  <a:schemeClr val="bg1"/>
                </a:solidFill>
                <a:latin typeface="Courier New" panose="02070309020205020404" pitchFamily="49" charset="0"/>
                <a:cs typeface="Courier New" panose="02070309020205020404" pitchFamily="49" charset="0"/>
              </a:defRPr>
            </a:lvl4pPr>
            <a:lvl5pPr>
              <a:defRPr sz="700">
                <a:solidFill>
                  <a:schemeClr val="bg1"/>
                </a:solidFill>
                <a:latin typeface="Courier New" panose="02070309020205020404" pitchFamily="49" charset="0"/>
                <a:cs typeface="Courier New" panose="02070309020205020404" pitchFamily="49" charset="0"/>
              </a:defRPr>
            </a:lvl5pPr>
          </a:lstStyle>
          <a:p>
            <a:pPr lvl="0"/>
            <a:r>
              <a:rPr lang="en-US" dirty="0"/>
              <a:t>1</a:t>
            </a:r>
          </a:p>
        </p:txBody>
      </p:sp>
      <p:pic>
        <p:nvPicPr>
          <p:cNvPr id="9" name="Picture 8">
            <a:extLst>
              <a:ext uri="{FF2B5EF4-FFF2-40B4-BE49-F238E27FC236}">
                <a16:creationId xmlns:a16="http://schemas.microsoft.com/office/drawing/2014/main" id="{19E621CA-48E8-4D49-78E9-3A6ADD967C2D}"/>
              </a:ext>
            </a:extLst>
          </p:cNvPr>
          <p:cNvPicPr>
            <a:picLocks noChangeAspect="1"/>
          </p:cNvPicPr>
          <p:nvPr userDrawn="1"/>
        </p:nvPicPr>
        <p:blipFill>
          <a:blip r:embed="rId2"/>
          <a:srcRect/>
          <a:stretch/>
        </p:blipFill>
        <p:spPr>
          <a:xfrm>
            <a:off x="0" y="115704"/>
            <a:ext cx="2680069" cy="747399"/>
          </a:xfrm>
          <a:prstGeom prst="rect">
            <a:avLst/>
          </a:prstGeom>
        </p:spPr>
      </p:pic>
    </p:spTree>
    <p:extLst>
      <p:ext uri="{BB962C8B-B14F-4D97-AF65-F5344CB8AC3E}">
        <p14:creationId xmlns:p14="http://schemas.microsoft.com/office/powerpoint/2010/main" val="3995166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ustom Layout" userDrawn="1">
  <p:cSld name="Custom Layout">
    <p:spTree>
      <p:nvGrpSpPr>
        <p:cNvPr id="1" name="Shape 25"/>
        <p:cNvGrpSpPr/>
        <p:nvPr/>
      </p:nvGrpSpPr>
      <p:grpSpPr>
        <a:xfrm>
          <a:off x="0" y="0"/>
          <a:ext cx="0" cy="0"/>
          <a:chOff x="0" y="0"/>
          <a:chExt cx="0" cy="0"/>
        </a:xfrm>
      </p:grpSpPr>
      <p:sp>
        <p:nvSpPr>
          <p:cNvPr id="2" name="Text Placeholder 2">
            <a:extLst>
              <a:ext uri="{FF2B5EF4-FFF2-40B4-BE49-F238E27FC236}">
                <a16:creationId xmlns:a16="http://schemas.microsoft.com/office/drawing/2014/main" id="{2B1C5D45-B30F-E648-AAB6-DC00B8E0BB45}"/>
              </a:ext>
            </a:extLst>
          </p:cNvPr>
          <p:cNvSpPr>
            <a:spLocks noGrp="1"/>
          </p:cNvSpPr>
          <p:nvPr>
            <p:ph type="body" sz="quarter" idx="10" hasCustomPrompt="1"/>
          </p:nvPr>
        </p:nvSpPr>
        <p:spPr>
          <a:xfrm>
            <a:off x="353758" y="2685256"/>
            <a:ext cx="11496865" cy="1487487"/>
          </a:xfrm>
          <a:prstGeom prst="rect">
            <a:avLst/>
          </a:prstGeom>
        </p:spPr>
        <p:txBody>
          <a:bodyPr/>
          <a:lstStyle>
            <a:lvl1pPr>
              <a:defRPr sz="6000" b="1" i="0">
                <a:solidFill>
                  <a:srgbClr val="183158"/>
                </a:solidFill>
                <a:latin typeface="Arial Black" panose="020B0604020202020204" pitchFamily="34" charset="0"/>
                <a:cs typeface="Arial Black" panose="020B0604020202020204" pitchFamily="34" charset="0"/>
              </a:defRPr>
            </a:lvl1pPr>
            <a:lvl2pPr>
              <a:defRPr sz="6600" b="1" i="0">
                <a:solidFill>
                  <a:schemeClr val="bg1"/>
                </a:solidFill>
                <a:latin typeface="Arial Black" panose="020B0604020202020204" pitchFamily="34" charset="0"/>
                <a:cs typeface="Arial Black" panose="020B0604020202020204" pitchFamily="34" charset="0"/>
              </a:defRPr>
            </a:lvl2pPr>
            <a:lvl3pPr>
              <a:defRPr sz="6600" b="1" i="0">
                <a:solidFill>
                  <a:schemeClr val="bg1"/>
                </a:solidFill>
                <a:latin typeface="Arial Black" panose="020B0604020202020204" pitchFamily="34" charset="0"/>
                <a:cs typeface="Arial Black" panose="020B0604020202020204" pitchFamily="34" charset="0"/>
              </a:defRPr>
            </a:lvl3pPr>
            <a:lvl4pPr>
              <a:defRPr sz="6600" b="1" i="0">
                <a:solidFill>
                  <a:schemeClr val="bg1"/>
                </a:solidFill>
                <a:latin typeface="Arial Black" panose="020B0604020202020204" pitchFamily="34" charset="0"/>
                <a:cs typeface="Arial Black" panose="020B0604020202020204" pitchFamily="34" charset="0"/>
              </a:defRPr>
            </a:lvl4pPr>
            <a:lvl5pPr>
              <a:defRPr sz="6600" b="1" i="0">
                <a:solidFill>
                  <a:schemeClr val="bg1"/>
                </a:solidFill>
                <a:latin typeface="Arial Black" panose="020B0604020202020204" pitchFamily="34" charset="0"/>
                <a:cs typeface="Arial Black" panose="020B0604020202020204" pitchFamily="34" charset="0"/>
              </a:defRPr>
            </a:lvl5pPr>
          </a:lstStyle>
          <a:p>
            <a:pPr lvl="0"/>
            <a:r>
              <a:rPr lang="en-US" dirty="0"/>
              <a:t>MAIN HEADLINE HERE</a:t>
            </a:r>
          </a:p>
        </p:txBody>
      </p:sp>
      <p:sp>
        <p:nvSpPr>
          <p:cNvPr id="3" name="Text Placeholder 4">
            <a:extLst>
              <a:ext uri="{FF2B5EF4-FFF2-40B4-BE49-F238E27FC236}">
                <a16:creationId xmlns:a16="http://schemas.microsoft.com/office/drawing/2014/main" id="{B2AE392F-3630-894E-883C-1B06B4205B4A}"/>
              </a:ext>
            </a:extLst>
          </p:cNvPr>
          <p:cNvSpPr>
            <a:spLocks noGrp="1"/>
          </p:cNvSpPr>
          <p:nvPr>
            <p:ph type="body" sz="quarter" idx="11" hasCustomPrompt="1"/>
          </p:nvPr>
        </p:nvSpPr>
        <p:spPr>
          <a:xfrm>
            <a:off x="353758" y="2126456"/>
            <a:ext cx="11496865" cy="558800"/>
          </a:xfrm>
          <a:prstGeom prst="rect">
            <a:avLst/>
          </a:prstGeom>
        </p:spPr>
        <p:txBody>
          <a:bodyPr/>
          <a:lstStyle>
            <a:lvl1pPr>
              <a:defRPr sz="1800" b="1" i="0">
                <a:solidFill>
                  <a:srgbClr val="183158"/>
                </a:solidFill>
                <a:latin typeface="Courier New" panose="02070309020205020404" pitchFamily="49" charset="0"/>
                <a:cs typeface="Courier New" panose="02070309020205020404" pitchFamily="49" charset="0"/>
              </a:defRPr>
            </a:lvl1pPr>
            <a:lvl2pPr>
              <a:defRPr>
                <a:solidFill>
                  <a:schemeClr val="bg1"/>
                </a:solidFill>
                <a:latin typeface="Courier New" panose="02070309020205020404" pitchFamily="49" charset="0"/>
                <a:cs typeface="Courier New" panose="02070309020205020404" pitchFamily="49" charset="0"/>
              </a:defRPr>
            </a:lvl2pPr>
            <a:lvl3pPr>
              <a:defRPr b="1" i="0">
                <a:solidFill>
                  <a:schemeClr val="bg1"/>
                </a:solidFill>
                <a:latin typeface="Courier New" panose="02070309020205020404" pitchFamily="49" charset="0"/>
                <a:cs typeface="Courier New" panose="02070309020205020404" pitchFamily="49" charset="0"/>
              </a:defRPr>
            </a:lvl3pPr>
            <a:lvl4pPr>
              <a:defRPr>
                <a:solidFill>
                  <a:schemeClr val="bg1"/>
                </a:solidFill>
                <a:latin typeface="Courier New" panose="02070309020205020404" pitchFamily="49" charset="0"/>
                <a:cs typeface="Courier New" panose="02070309020205020404" pitchFamily="49" charset="0"/>
              </a:defRPr>
            </a:lvl4pPr>
            <a:lvl5pPr>
              <a:defRPr>
                <a:solidFill>
                  <a:schemeClr val="bg1"/>
                </a:solidFill>
                <a:latin typeface="Courier New" panose="02070309020205020404" pitchFamily="49" charset="0"/>
                <a:cs typeface="Courier New" panose="02070309020205020404" pitchFamily="49" charset="0"/>
              </a:defRPr>
            </a:lvl5pPr>
          </a:lstStyle>
          <a:p>
            <a:pPr lvl="0"/>
            <a:r>
              <a:rPr lang="en-US" dirty="0"/>
              <a:t>SUBHEAD HERE</a:t>
            </a:r>
          </a:p>
        </p:txBody>
      </p:sp>
      <p:sp>
        <p:nvSpPr>
          <p:cNvPr id="7" name="Text Placeholder 7">
            <a:extLst>
              <a:ext uri="{FF2B5EF4-FFF2-40B4-BE49-F238E27FC236}">
                <a16:creationId xmlns:a16="http://schemas.microsoft.com/office/drawing/2014/main" id="{ED86D6A8-57F7-534D-8E6A-606E6CA3D3F2}"/>
              </a:ext>
            </a:extLst>
          </p:cNvPr>
          <p:cNvSpPr>
            <a:spLocks noGrp="1"/>
          </p:cNvSpPr>
          <p:nvPr>
            <p:ph type="body" sz="quarter" idx="17" hasCustomPrompt="1"/>
          </p:nvPr>
        </p:nvSpPr>
        <p:spPr>
          <a:xfrm>
            <a:off x="10144125" y="6546850"/>
            <a:ext cx="1943100" cy="219075"/>
          </a:xfrm>
          <a:prstGeom prst="rect">
            <a:avLst/>
          </a:prstGeom>
        </p:spPr>
        <p:txBody>
          <a:bodyPr/>
          <a:lstStyle>
            <a:lvl1pPr algn="r">
              <a:defRPr sz="700">
                <a:solidFill>
                  <a:srgbClr val="183158"/>
                </a:solidFill>
                <a:latin typeface="Courier New" panose="02070309020205020404" pitchFamily="49" charset="0"/>
                <a:cs typeface="Courier New" panose="02070309020205020404" pitchFamily="49" charset="0"/>
              </a:defRPr>
            </a:lvl1pPr>
            <a:lvl2pPr>
              <a:defRPr sz="700">
                <a:solidFill>
                  <a:schemeClr val="bg1"/>
                </a:solidFill>
                <a:latin typeface="Courier New" panose="02070309020205020404" pitchFamily="49" charset="0"/>
                <a:cs typeface="Courier New" panose="02070309020205020404" pitchFamily="49" charset="0"/>
              </a:defRPr>
            </a:lvl2pPr>
            <a:lvl3pPr>
              <a:defRPr sz="700">
                <a:solidFill>
                  <a:schemeClr val="bg1"/>
                </a:solidFill>
                <a:latin typeface="Courier New" panose="02070309020205020404" pitchFamily="49" charset="0"/>
                <a:cs typeface="Courier New" panose="02070309020205020404" pitchFamily="49" charset="0"/>
              </a:defRPr>
            </a:lvl3pPr>
            <a:lvl4pPr>
              <a:defRPr sz="700">
                <a:solidFill>
                  <a:schemeClr val="bg1"/>
                </a:solidFill>
                <a:latin typeface="Courier New" panose="02070309020205020404" pitchFamily="49" charset="0"/>
                <a:cs typeface="Courier New" panose="02070309020205020404" pitchFamily="49" charset="0"/>
              </a:defRPr>
            </a:lvl4pPr>
            <a:lvl5pPr>
              <a:defRPr sz="700">
                <a:solidFill>
                  <a:schemeClr val="bg1"/>
                </a:solidFill>
                <a:latin typeface="Courier New" panose="02070309020205020404" pitchFamily="49" charset="0"/>
                <a:cs typeface="Courier New" panose="02070309020205020404" pitchFamily="49" charset="0"/>
              </a:defRPr>
            </a:lvl5pPr>
          </a:lstStyle>
          <a:p>
            <a:pPr lvl="0"/>
            <a:r>
              <a:rPr lang="en-US" dirty="0"/>
              <a:t>2</a:t>
            </a:r>
          </a:p>
        </p:txBody>
      </p:sp>
      <p:sp>
        <p:nvSpPr>
          <p:cNvPr id="17" name="Text Placeholder 16">
            <a:extLst>
              <a:ext uri="{FF2B5EF4-FFF2-40B4-BE49-F238E27FC236}">
                <a16:creationId xmlns:a16="http://schemas.microsoft.com/office/drawing/2014/main" id="{4F7CD94B-8A04-DC46-9497-A37909D42C01}"/>
              </a:ext>
            </a:extLst>
          </p:cNvPr>
          <p:cNvSpPr>
            <a:spLocks noGrp="1"/>
          </p:cNvSpPr>
          <p:nvPr>
            <p:ph type="body" sz="quarter" idx="18"/>
          </p:nvPr>
        </p:nvSpPr>
        <p:spPr>
          <a:xfrm>
            <a:off x="354013" y="4171950"/>
            <a:ext cx="6681787" cy="1938338"/>
          </a:xfrm>
          <a:prstGeom prst="rect">
            <a:avLst/>
          </a:prstGeom>
        </p:spPr>
        <p:txBody>
          <a:bodyPr/>
          <a:lstStyle>
            <a:lvl1pPr>
              <a:defRPr sz="1600">
                <a:ln>
                  <a:noFill/>
                </a:ln>
                <a:solidFill>
                  <a:srgbClr val="183158"/>
                </a:solidFill>
              </a:defRPr>
            </a:lvl1pPr>
            <a:lvl2pPr>
              <a:defRPr sz="1600">
                <a:ln>
                  <a:noFill/>
                </a:ln>
                <a:solidFill>
                  <a:srgbClr val="183158"/>
                </a:solidFill>
              </a:defRPr>
            </a:lvl2pPr>
            <a:lvl3pPr>
              <a:defRPr sz="1600">
                <a:ln>
                  <a:noFill/>
                </a:ln>
                <a:solidFill>
                  <a:srgbClr val="183158"/>
                </a:solidFill>
              </a:defRPr>
            </a:lvl3pPr>
            <a:lvl4pPr>
              <a:defRPr sz="1600">
                <a:ln>
                  <a:noFill/>
                </a:ln>
                <a:solidFill>
                  <a:srgbClr val="183158"/>
                </a:solidFill>
              </a:defRPr>
            </a:lvl4pPr>
            <a:lvl5pPr>
              <a:defRPr sz="1600">
                <a:ln>
                  <a:noFill/>
                </a:ln>
                <a:solidFill>
                  <a:srgbClr val="183158"/>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a:extLst>
              <a:ext uri="{FF2B5EF4-FFF2-40B4-BE49-F238E27FC236}">
                <a16:creationId xmlns:a16="http://schemas.microsoft.com/office/drawing/2014/main" id="{011F73F6-6330-A2C6-26B3-A9304406E55C}"/>
              </a:ext>
            </a:extLst>
          </p:cNvPr>
          <p:cNvPicPr>
            <a:picLocks noChangeAspect="1"/>
          </p:cNvPicPr>
          <p:nvPr userDrawn="1"/>
        </p:nvPicPr>
        <p:blipFill>
          <a:blip r:embed="rId2"/>
          <a:srcRect/>
          <a:stretch/>
        </p:blipFill>
        <p:spPr>
          <a:xfrm>
            <a:off x="0" y="115704"/>
            <a:ext cx="2680069" cy="747399"/>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943BF35-C0FC-2846-BD82-0719D95ADEC3}"/>
              </a:ext>
            </a:extLst>
          </p:cNvPr>
          <p:cNvSpPr>
            <a:spLocks noGrp="1"/>
          </p:cNvSpPr>
          <p:nvPr>
            <p:ph type="pic" sz="quarter" idx="10"/>
          </p:nvPr>
        </p:nvSpPr>
        <p:spPr>
          <a:xfrm>
            <a:off x="0" y="0"/>
            <a:ext cx="5005137" cy="6858000"/>
          </a:xfrm>
          <a:prstGeom prst="rect">
            <a:avLst/>
          </a:prstGeom>
        </p:spPr>
        <p:txBody>
          <a:bodyPr/>
          <a:lstStyle/>
          <a:p>
            <a:endParaRPr lang="en-US" dirty="0"/>
          </a:p>
        </p:txBody>
      </p:sp>
      <p:sp>
        <p:nvSpPr>
          <p:cNvPr id="5" name="Text Placeholder 2">
            <a:extLst>
              <a:ext uri="{FF2B5EF4-FFF2-40B4-BE49-F238E27FC236}">
                <a16:creationId xmlns:a16="http://schemas.microsoft.com/office/drawing/2014/main" id="{BB60CC85-5377-9D48-8C22-42E3D6D7AFD9}"/>
              </a:ext>
            </a:extLst>
          </p:cNvPr>
          <p:cNvSpPr>
            <a:spLocks noGrp="1"/>
          </p:cNvSpPr>
          <p:nvPr>
            <p:ph type="body" sz="quarter" idx="11" hasCustomPrompt="1"/>
          </p:nvPr>
        </p:nvSpPr>
        <p:spPr>
          <a:xfrm>
            <a:off x="5197642" y="3874930"/>
            <a:ext cx="6652981" cy="2164924"/>
          </a:xfrm>
          <a:prstGeom prst="rect">
            <a:avLst/>
          </a:prstGeom>
        </p:spPr>
        <p:txBody>
          <a:bodyPr/>
          <a:lstStyle>
            <a:lvl1pPr>
              <a:defRPr sz="6000" b="1" i="0">
                <a:solidFill>
                  <a:srgbClr val="183158"/>
                </a:solidFill>
                <a:latin typeface="Arial Black" panose="020B0604020202020204" pitchFamily="34" charset="0"/>
                <a:cs typeface="Arial Black" panose="020B0604020202020204" pitchFamily="34" charset="0"/>
              </a:defRPr>
            </a:lvl1pPr>
            <a:lvl2pPr>
              <a:defRPr sz="6600" b="1" i="0">
                <a:solidFill>
                  <a:schemeClr val="bg1"/>
                </a:solidFill>
                <a:latin typeface="Arial Black" panose="020B0604020202020204" pitchFamily="34" charset="0"/>
                <a:cs typeface="Arial Black" panose="020B0604020202020204" pitchFamily="34" charset="0"/>
              </a:defRPr>
            </a:lvl2pPr>
            <a:lvl3pPr>
              <a:defRPr sz="6600" b="1" i="0">
                <a:solidFill>
                  <a:schemeClr val="bg1"/>
                </a:solidFill>
                <a:latin typeface="Arial Black" panose="020B0604020202020204" pitchFamily="34" charset="0"/>
                <a:cs typeface="Arial Black" panose="020B0604020202020204" pitchFamily="34" charset="0"/>
              </a:defRPr>
            </a:lvl3pPr>
            <a:lvl4pPr>
              <a:defRPr sz="6600" b="1" i="0">
                <a:solidFill>
                  <a:schemeClr val="bg1"/>
                </a:solidFill>
                <a:latin typeface="Arial Black" panose="020B0604020202020204" pitchFamily="34" charset="0"/>
                <a:cs typeface="Arial Black" panose="020B0604020202020204" pitchFamily="34" charset="0"/>
              </a:defRPr>
            </a:lvl4pPr>
            <a:lvl5pPr>
              <a:defRPr sz="6600" b="1" i="0">
                <a:solidFill>
                  <a:schemeClr val="bg1"/>
                </a:solidFill>
                <a:latin typeface="Arial Black" panose="020B0604020202020204" pitchFamily="34" charset="0"/>
                <a:cs typeface="Arial Black" panose="020B0604020202020204" pitchFamily="34" charset="0"/>
              </a:defRPr>
            </a:lvl5pPr>
          </a:lstStyle>
          <a:p>
            <a:pPr lvl="0"/>
            <a:r>
              <a:rPr lang="en-US" dirty="0"/>
              <a:t>SECTION </a:t>
            </a:r>
            <a:br>
              <a:rPr lang="en-US" dirty="0"/>
            </a:br>
            <a:r>
              <a:rPr lang="en-US" dirty="0"/>
              <a:t>DIVIDER</a:t>
            </a:r>
          </a:p>
        </p:txBody>
      </p:sp>
      <p:sp>
        <p:nvSpPr>
          <p:cNvPr id="6" name="Text Placeholder 4">
            <a:extLst>
              <a:ext uri="{FF2B5EF4-FFF2-40B4-BE49-F238E27FC236}">
                <a16:creationId xmlns:a16="http://schemas.microsoft.com/office/drawing/2014/main" id="{FF9E6617-C0D2-C747-8F1A-40B56F248D6A}"/>
              </a:ext>
            </a:extLst>
          </p:cNvPr>
          <p:cNvSpPr>
            <a:spLocks noGrp="1"/>
          </p:cNvSpPr>
          <p:nvPr>
            <p:ph type="body" sz="quarter" idx="12" hasCustomPrompt="1"/>
          </p:nvPr>
        </p:nvSpPr>
        <p:spPr>
          <a:xfrm>
            <a:off x="5197642" y="3429000"/>
            <a:ext cx="6652981" cy="445929"/>
          </a:xfrm>
          <a:prstGeom prst="rect">
            <a:avLst/>
          </a:prstGeom>
        </p:spPr>
        <p:txBody>
          <a:bodyPr/>
          <a:lstStyle>
            <a:lvl1pPr>
              <a:defRPr sz="1800" b="1" i="0">
                <a:solidFill>
                  <a:srgbClr val="183158"/>
                </a:solidFill>
                <a:latin typeface="Courier New" panose="02070309020205020404" pitchFamily="49" charset="0"/>
                <a:cs typeface="Courier New" panose="02070309020205020404" pitchFamily="49" charset="0"/>
              </a:defRPr>
            </a:lvl1pPr>
            <a:lvl2pPr>
              <a:defRPr>
                <a:solidFill>
                  <a:schemeClr val="bg1"/>
                </a:solidFill>
                <a:latin typeface="Courier New" panose="02070309020205020404" pitchFamily="49" charset="0"/>
                <a:cs typeface="Courier New" panose="02070309020205020404" pitchFamily="49" charset="0"/>
              </a:defRPr>
            </a:lvl2pPr>
            <a:lvl3pPr>
              <a:defRPr b="1" i="0">
                <a:solidFill>
                  <a:schemeClr val="bg1"/>
                </a:solidFill>
                <a:latin typeface="Courier New" panose="02070309020205020404" pitchFamily="49" charset="0"/>
                <a:cs typeface="Courier New" panose="02070309020205020404" pitchFamily="49" charset="0"/>
              </a:defRPr>
            </a:lvl3pPr>
            <a:lvl4pPr>
              <a:defRPr>
                <a:solidFill>
                  <a:schemeClr val="bg1"/>
                </a:solidFill>
                <a:latin typeface="Courier New" panose="02070309020205020404" pitchFamily="49" charset="0"/>
                <a:cs typeface="Courier New" panose="02070309020205020404" pitchFamily="49" charset="0"/>
              </a:defRPr>
            </a:lvl4pPr>
            <a:lvl5pPr>
              <a:defRPr>
                <a:solidFill>
                  <a:schemeClr val="bg1"/>
                </a:solidFill>
                <a:latin typeface="Courier New" panose="02070309020205020404" pitchFamily="49" charset="0"/>
                <a:cs typeface="Courier New" panose="02070309020205020404" pitchFamily="49" charset="0"/>
              </a:defRPr>
            </a:lvl5pPr>
          </a:lstStyle>
          <a:p>
            <a:pPr lvl="0"/>
            <a:r>
              <a:rPr lang="en-US" dirty="0"/>
              <a:t>SUBHEAD HERE</a:t>
            </a:r>
          </a:p>
        </p:txBody>
      </p:sp>
      <p:pic>
        <p:nvPicPr>
          <p:cNvPr id="7" name="Google Shape;106;p6">
            <a:extLst>
              <a:ext uri="{FF2B5EF4-FFF2-40B4-BE49-F238E27FC236}">
                <a16:creationId xmlns:a16="http://schemas.microsoft.com/office/drawing/2014/main" id="{8F9EEBB3-205A-0540-91DC-407D6ECDCDEB}"/>
              </a:ext>
            </a:extLst>
          </p:cNvPr>
          <p:cNvPicPr preferRelativeResize="0"/>
          <p:nvPr userDrawn="1"/>
        </p:nvPicPr>
        <p:blipFill>
          <a:blip r:embed="rId2" cstate="screen">
            <a:extLst>
              <a:ext uri="{28A0092B-C50C-407E-A947-70E740481C1C}">
                <a14:useLocalDpi xmlns:a14="http://schemas.microsoft.com/office/drawing/2010/main"/>
              </a:ext>
            </a:extLst>
          </a:blip>
          <a:srcRect/>
          <a:stretch/>
        </p:blipFill>
        <p:spPr>
          <a:xfrm rot="1629660" flipH="1">
            <a:off x="4022329" y="5198725"/>
            <a:ext cx="2671222" cy="1972735"/>
          </a:xfrm>
          <a:prstGeom prst="rect">
            <a:avLst/>
          </a:prstGeom>
          <a:noFill/>
          <a:ln>
            <a:noFill/>
          </a:ln>
        </p:spPr>
      </p:pic>
      <p:pic>
        <p:nvPicPr>
          <p:cNvPr id="2" name="Picture 1">
            <a:extLst>
              <a:ext uri="{FF2B5EF4-FFF2-40B4-BE49-F238E27FC236}">
                <a16:creationId xmlns:a16="http://schemas.microsoft.com/office/drawing/2014/main" id="{EE554C56-D799-1BA7-D8FB-4AAAB155B763}"/>
              </a:ext>
            </a:extLst>
          </p:cNvPr>
          <p:cNvPicPr>
            <a:picLocks noChangeAspect="1"/>
          </p:cNvPicPr>
          <p:nvPr userDrawn="1"/>
        </p:nvPicPr>
        <p:blipFill>
          <a:blip r:embed="rId3"/>
          <a:srcRect/>
          <a:stretch/>
        </p:blipFill>
        <p:spPr>
          <a:xfrm>
            <a:off x="9511931" y="83805"/>
            <a:ext cx="2680069" cy="747399"/>
          </a:xfrm>
          <a:prstGeom prst="rect">
            <a:avLst/>
          </a:prstGeom>
        </p:spPr>
      </p:pic>
    </p:spTree>
    <p:extLst>
      <p:ext uri="{BB962C8B-B14F-4D97-AF65-F5344CB8AC3E}">
        <p14:creationId xmlns:p14="http://schemas.microsoft.com/office/powerpoint/2010/main" val="19767471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943BF35-C0FC-2846-BD82-0719D95ADEC3}"/>
              </a:ext>
            </a:extLst>
          </p:cNvPr>
          <p:cNvSpPr>
            <a:spLocks noGrp="1"/>
          </p:cNvSpPr>
          <p:nvPr>
            <p:ph type="pic" sz="quarter" idx="10"/>
          </p:nvPr>
        </p:nvSpPr>
        <p:spPr>
          <a:xfrm>
            <a:off x="0" y="0"/>
            <a:ext cx="5005137" cy="6858000"/>
          </a:xfrm>
          <a:prstGeom prst="rect">
            <a:avLst/>
          </a:prstGeom>
        </p:spPr>
        <p:txBody>
          <a:bodyPr/>
          <a:lstStyle/>
          <a:p>
            <a:endParaRPr lang="en-US" dirty="0"/>
          </a:p>
        </p:txBody>
      </p:sp>
      <p:sp>
        <p:nvSpPr>
          <p:cNvPr id="5" name="Text Placeholder 2">
            <a:extLst>
              <a:ext uri="{FF2B5EF4-FFF2-40B4-BE49-F238E27FC236}">
                <a16:creationId xmlns:a16="http://schemas.microsoft.com/office/drawing/2014/main" id="{BB60CC85-5377-9D48-8C22-42E3D6D7AFD9}"/>
              </a:ext>
            </a:extLst>
          </p:cNvPr>
          <p:cNvSpPr>
            <a:spLocks noGrp="1"/>
          </p:cNvSpPr>
          <p:nvPr>
            <p:ph type="body" sz="quarter" idx="11" hasCustomPrompt="1"/>
          </p:nvPr>
        </p:nvSpPr>
        <p:spPr>
          <a:xfrm>
            <a:off x="5197642" y="3874930"/>
            <a:ext cx="6652981" cy="2164924"/>
          </a:xfrm>
          <a:prstGeom prst="rect">
            <a:avLst/>
          </a:prstGeom>
        </p:spPr>
        <p:txBody>
          <a:bodyPr/>
          <a:lstStyle>
            <a:lvl1pPr>
              <a:defRPr sz="6000" b="1" i="0">
                <a:solidFill>
                  <a:srgbClr val="183158"/>
                </a:solidFill>
                <a:latin typeface="Arial Black" panose="020B0604020202020204" pitchFamily="34" charset="0"/>
                <a:cs typeface="Arial Black" panose="020B0604020202020204" pitchFamily="34" charset="0"/>
              </a:defRPr>
            </a:lvl1pPr>
            <a:lvl2pPr>
              <a:defRPr sz="6600" b="1" i="0">
                <a:solidFill>
                  <a:schemeClr val="bg1"/>
                </a:solidFill>
                <a:latin typeface="Arial Black" panose="020B0604020202020204" pitchFamily="34" charset="0"/>
                <a:cs typeface="Arial Black" panose="020B0604020202020204" pitchFamily="34" charset="0"/>
              </a:defRPr>
            </a:lvl2pPr>
            <a:lvl3pPr>
              <a:defRPr sz="6600" b="1" i="0">
                <a:solidFill>
                  <a:schemeClr val="bg1"/>
                </a:solidFill>
                <a:latin typeface="Arial Black" panose="020B0604020202020204" pitchFamily="34" charset="0"/>
                <a:cs typeface="Arial Black" panose="020B0604020202020204" pitchFamily="34" charset="0"/>
              </a:defRPr>
            </a:lvl3pPr>
            <a:lvl4pPr>
              <a:defRPr sz="6600" b="1" i="0">
                <a:solidFill>
                  <a:schemeClr val="bg1"/>
                </a:solidFill>
                <a:latin typeface="Arial Black" panose="020B0604020202020204" pitchFamily="34" charset="0"/>
                <a:cs typeface="Arial Black" panose="020B0604020202020204" pitchFamily="34" charset="0"/>
              </a:defRPr>
            </a:lvl4pPr>
            <a:lvl5pPr>
              <a:defRPr sz="6600" b="1" i="0">
                <a:solidFill>
                  <a:schemeClr val="bg1"/>
                </a:solidFill>
                <a:latin typeface="Arial Black" panose="020B0604020202020204" pitchFamily="34" charset="0"/>
                <a:cs typeface="Arial Black" panose="020B0604020202020204" pitchFamily="34" charset="0"/>
              </a:defRPr>
            </a:lvl5pPr>
          </a:lstStyle>
          <a:p>
            <a:pPr lvl="0"/>
            <a:r>
              <a:rPr lang="en-US" dirty="0"/>
              <a:t>SECTION </a:t>
            </a:r>
            <a:br>
              <a:rPr lang="en-US" dirty="0"/>
            </a:br>
            <a:r>
              <a:rPr lang="en-US" dirty="0"/>
              <a:t>DIVIDER</a:t>
            </a:r>
          </a:p>
        </p:txBody>
      </p:sp>
      <p:sp>
        <p:nvSpPr>
          <p:cNvPr id="6" name="Text Placeholder 4">
            <a:extLst>
              <a:ext uri="{FF2B5EF4-FFF2-40B4-BE49-F238E27FC236}">
                <a16:creationId xmlns:a16="http://schemas.microsoft.com/office/drawing/2014/main" id="{FF9E6617-C0D2-C747-8F1A-40B56F248D6A}"/>
              </a:ext>
            </a:extLst>
          </p:cNvPr>
          <p:cNvSpPr>
            <a:spLocks noGrp="1"/>
          </p:cNvSpPr>
          <p:nvPr>
            <p:ph type="body" sz="quarter" idx="12" hasCustomPrompt="1"/>
          </p:nvPr>
        </p:nvSpPr>
        <p:spPr>
          <a:xfrm>
            <a:off x="5197642" y="3429000"/>
            <a:ext cx="6652981" cy="445929"/>
          </a:xfrm>
          <a:prstGeom prst="rect">
            <a:avLst/>
          </a:prstGeom>
        </p:spPr>
        <p:txBody>
          <a:bodyPr/>
          <a:lstStyle>
            <a:lvl1pPr>
              <a:defRPr sz="1800" b="1" i="0">
                <a:solidFill>
                  <a:srgbClr val="183158"/>
                </a:solidFill>
                <a:latin typeface="Courier New" panose="02070309020205020404" pitchFamily="49" charset="0"/>
                <a:cs typeface="Courier New" panose="02070309020205020404" pitchFamily="49" charset="0"/>
              </a:defRPr>
            </a:lvl1pPr>
            <a:lvl2pPr>
              <a:defRPr>
                <a:solidFill>
                  <a:schemeClr val="bg1"/>
                </a:solidFill>
                <a:latin typeface="Courier New" panose="02070309020205020404" pitchFamily="49" charset="0"/>
                <a:cs typeface="Courier New" panose="02070309020205020404" pitchFamily="49" charset="0"/>
              </a:defRPr>
            </a:lvl2pPr>
            <a:lvl3pPr>
              <a:defRPr b="1" i="0">
                <a:solidFill>
                  <a:schemeClr val="bg1"/>
                </a:solidFill>
                <a:latin typeface="Courier New" panose="02070309020205020404" pitchFamily="49" charset="0"/>
                <a:cs typeface="Courier New" panose="02070309020205020404" pitchFamily="49" charset="0"/>
              </a:defRPr>
            </a:lvl3pPr>
            <a:lvl4pPr>
              <a:defRPr>
                <a:solidFill>
                  <a:schemeClr val="bg1"/>
                </a:solidFill>
                <a:latin typeface="Courier New" panose="02070309020205020404" pitchFamily="49" charset="0"/>
                <a:cs typeface="Courier New" panose="02070309020205020404" pitchFamily="49" charset="0"/>
              </a:defRPr>
            </a:lvl4pPr>
            <a:lvl5pPr>
              <a:defRPr>
                <a:solidFill>
                  <a:schemeClr val="bg1"/>
                </a:solidFill>
                <a:latin typeface="Courier New" panose="02070309020205020404" pitchFamily="49" charset="0"/>
                <a:cs typeface="Courier New" panose="02070309020205020404" pitchFamily="49" charset="0"/>
              </a:defRPr>
            </a:lvl5pPr>
          </a:lstStyle>
          <a:p>
            <a:pPr lvl="0"/>
            <a:r>
              <a:rPr lang="en-US" dirty="0"/>
              <a:t>SUBHEAD HERE</a:t>
            </a:r>
          </a:p>
        </p:txBody>
      </p:sp>
      <p:pic>
        <p:nvPicPr>
          <p:cNvPr id="2" name="Picture 1">
            <a:extLst>
              <a:ext uri="{FF2B5EF4-FFF2-40B4-BE49-F238E27FC236}">
                <a16:creationId xmlns:a16="http://schemas.microsoft.com/office/drawing/2014/main" id="{53F4E42C-8F36-8437-1CF6-FD21DDAA249E}"/>
              </a:ext>
            </a:extLst>
          </p:cNvPr>
          <p:cNvPicPr>
            <a:picLocks noChangeAspect="1"/>
          </p:cNvPicPr>
          <p:nvPr userDrawn="1"/>
        </p:nvPicPr>
        <p:blipFill>
          <a:blip r:embed="rId2"/>
          <a:srcRect/>
          <a:stretch/>
        </p:blipFill>
        <p:spPr>
          <a:xfrm>
            <a:off x="9511931" y="83805"/>
            <a:ext cx="2680069" cy="747399"/>
          </a:xfrm>
          <a:prstGeom prst="rect">
            <a:avLst/>
          </a:prstGeom>
        </p:spPr>
      </p:pic>
    </p:spTree>
    <p:extLst>
      <p:ext uri="{BB962C8B-B14F-4D97-AF65-F5344CB8AC3E}">
        <p14:creationId xmlns:p14="http://schemas.microsoft.com/office/powerpoint/2010/main" val="7624079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BB60CC85-5377-9D48-8C22-42E3D6D7AFD9}"/>
              </a:ext>
            </a:extLst>
          </p:cNvPr>
          <p:cNvSpPr>
            <a:spLocks noGrp="1"/>
          </p:cNvSpPr>
          <p:nvPr>
            <p:ph type="body" sz="quarter" idx="11" hasCustomPrompt="1"/>
          </p:nvPr>
        </p:nvSpPr>
        <p:spPr>
          <a:xfrm>
            <a:off x="795763" y="3874930"/>
            <a:ext cx="6652981" cy="2164924"/>
          </a:xfrm>
          <a:prstGeom prst="rect">
            <a:avLst/>
          </a:prstGeom>
        </p:spPr>
        <p:txBody>
          <a:bodyPr/>
          <a:lstStyle>
            <a:lvl1pPr>
              <a:defRPr sz="6000" b="1" i="0">
                <a:solidFill>
                  <a:srgbClr val="183158"/>
                </a:solidFill>
                <a:latin typeface="Arial Black" panose="020B0604020202020204" pitchFamily="34" charset="0"/>
                <a:cs typeface="Arial Black" panose="020B0604020202020204" pitchFamily="34" charset="0"/>
              </a:defRPr>
            </a:lvl1pPr>
            <a:lvl2pPr>
              <a:defRPr sz="6600" b="1" i="0">
                <a:solidFill>
                  <a:schemeClr val="bg1"/>
                </a:solidFill>
                <a:latin typeface="Arial Black" panose="020B0604020202020204" pitchFamily="34" charset="0"/>
                <a:cs typeface="Arial Black" panose="020B0604020202020204" pitchFamily="34" charset="0"/>
              </a:defRPr>
            </a:lvl2pPr>
            <a:lvl3pPr>
              <a:defRPr sz="6600" b="1" i="0">
                <a:solidFill>
                  <a:schemeClr val="bg1"/>
                </a:solidFill>
                <a:latin typeface="Arial Black" panose="020B0604020202020204" pitchFamily="34" charset="0"/>
                <a:cs typeface="Arial Black" panose="020B0604020202020204" pitchFamily="34" charset="0"/>
              </a:defRPr>
            </a:lvl3pPr>
            <a:lvl4pPr>
              <a:defRPr sz="6600" b="1" i="0">
                <a:solidFill>
                  <a:schemeClr val="bg1"/>
                </a:solidFill>
                <a:latin typeface="Arial Black" panose="020B0604020202020204" pitchFamily="34" charset="0"/>
                <a:cs typeface="Arial Black" panose="020B0604020202020204" pitchFamily="34" charset="0"/>
              </a:defRPr>
            </a:lvl4pPr>
            <a:lvl5pPr>
              <a:defRPr sz="6600" b="1" i="0">
                <a:solidFill>
                  <a:schemeClr val="bg1"/>
                </a:solidFill>
                <a:latin typeface="Arial Black" panose="020B0604020202020204" pitchFamily="34" charset="0"/>
                <a:cs typeface="Arial Black" panose="020B0604020202020204" pitchFamily="34" charset="0"/>
              </a:defRPr>
            </a:lvl5pPr>
          </a:lstStyle>
          <a:p>
            <a:pPr lvl="0"/>
            <a:r>
              <a:rPr lang="en-US" dirty="0"/>
              <a:t>SECTION </a:t>
            </a:r>
            <a:br>
              <a:rPr lang="en-US" dirty="0"/>
            </a:br>
            <a:r>
              <a:rPr lang="en-US" dirty="0"/>
              <a:t>DIVIDER</a:t>
            </a:r>
          </a:p>
        </p:txBody>
      </p:sp>
      <p:sp>
        <p:nvSpPr>
          <p:cNvPr id="6" name="Text Placeholder 4">
            <a:extLst>
              <a:ext uri="{FF2B5EF4-FFF2-40B4-BE49-F238E27FC236}">
                <a16:creationId xmlns:a16="http://schemas.microsoft.com/office/drawing/2014/main" id="{FF9E6617-C0D2-C747-8F1A-40B56F248D6A}"/>
              </a:ext>
            </a:extLst>
          </p:cNvPr>
          <p:cNvSpPr>
            <a:spLocks noGrp="1"/>
          </p:cNvSpPr>
          <p:nvPr>
            <p:ph type="body" sz="quarter" idx="12" hasCustomPrompt="1"/>
          </p:nvPr>
        </p:nvSpPr>
        <p:spPr>
          <a:xfrm>
            <a:off x="795763" y="3429000"/>
            <a:ext cx="6652981" cy="445929"/>
          </a:xfrm>
          <a:prstGeom prst="rect">
            <a:avLst/>
          </a:prstGeom>
        </p:spPr>
        <p:txBody>
          <a:bodyPr/>
          <a:lstStyle>
            <a:lvl1pPr>
              <a:defRPr sz="1800" b="1" i="0">
                <a:solidFill>
                  <a:srgbClr val="183158"/>
                </a:solidFill>
                <a:latin typeface="Courier New" panose="02070309020205020404" pitchFamily="49" charset="0"/>
                <a:cs typeface="Courier New" panose="02070309020205020404" pitchFamily="49" charset="0"/>
              </a:defRPr>
            </a:lvl1pPr>
            <a:lvl2pPr>
              <a:defRPr>
                <a:solidFill>
                  <a:schemeClr val="bg1"/>
                </a:solidFill>
                <a:latin typeface="Courier New" panose="02070309020205020404" pitchFamily="49" charset="0"/>
                <a:cs typeface="Courier New" panose="02070309020205020404" pitchFamily="49" charset="0"/>
              </a:defRPr>
            </a:lvl2pPr>
            <a:lvl3pPr>
              <a:defRPr b="1" i="0">
                <a:solidFill>
                  <a:schemeClr val="bg1"/>
                </a:solidFill>
                <a:latin typeface="Courier New" panose="02070309020205020404" pitchFamily="49" charset="0"/>
                <a:cs typeface="Courier New" panose="02070309020205020404" pitchFamily="49" charset="0"/>
              </a:defRPr>
            </a:lvl3pPr>
            <a:lvl4pPr>
              <a:defRPr>
                <a:solidFill>
                  <a:schemeClr val="bg1"/>
                </a:solidFill>
                <a:latin typeface="Courier New" panose="02070309020205020404" pitchFamily="49" charset="0"/>
                <a:cs typeface="Courier New" panose="02070309020205020404" pitchFamily="49" charset="0"/>
              </a:defRPr>
            </a:lvl4pPr>
            <a:lvl5pPr>
              <a:defRPr>
                <a:solidFill>
                  <a:schemeClr val="bg1"/>
                </a:solidFill>
                <a:latin typeface="Courier New" panose="02070309020205020404" pitchFamily="49" charset="0"/>
                <a:cs typeface="Courier New" panose="02070309020205020404" pitchFamily="49" charset="0"/>
              </a:defRPr>
            </a:lvl5pPr>
          </a:lstStyle>
          <a:p>
            <a:pPr lvl="0"/>
            <a:r>
              <a:rPr lang="en-US" dirty="0"/>
              <a:t>SUBHEAD HERE</a:t>
            </a:r>
          </a:p>
        </p:txBody>
      </p:sp>
      <p:pic>
        <p:nvPicPr>
          <p:cNvPr id="2" name="Picture 1">
            <a:extLst>
              <a:ext uri="{FF2B5EF4-FFF2-40B4-BE49-F238E27FC236}">
                <a16:creationId xmlns:a16="http://schemas.microsoft.com/office/drawing/2014/main" id="{8D7BFDD7-DD90-2C61-7339-9166524353B3}"/>
              </a:ext>
            </a:extLst>
          </p:cNvPr>
          <p:cNvPicPr>
            <a:picLocks noChangeAspect="1"/>
          </p:cNvPicPr>
          <p:nvPr userDrawn="1"/>
        </p:nvPicPr>
        <p:blipFill>
          <a:blip r:embed="rId2"/>
          <a:srcRect/>
          <a:stretch/>
        </p:blipFill>
        <p:spPr>
          <a:xfrm>
            <a:off x="0" y="115704"/>
            <a:ext cx="2680069" cy="747399"/>
          </a:xfrm>
          <a:prstGeom prst="rect">
            <a:avLst/>
          </a:prstGeom>
        </p:spPr>
      </p:pic>
    </p:spTree>
    <p:extLst>
      <p:ext uri="{BB962C8B-B14F-4D97-AF65-F5344CB8AC3E}">
        <p14:creationId xmlns:p14="http://schemas.microsoft.com/office/powerpoint/2010/main" val="35283140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BB60CC85-5377-9D48-8C22-42E3D6D7AFD9}"/>
              </a:ext>
            </a:extLst>
          </p:cNvPr>
          <p:cNvSpPr>
            <a:spLocks noGrp="1"/>
          </p:cNvSpPr>
          <p:nvPr>
            <p:ph type="body" sz="quarter" idx="11" hasCustomPrompt="1"/>
          </p:nvPr>
        </p:nvSpPr>
        <p:spPr>
          <a:xfrm>
            <a:off x="795763" y="3874930"/>
            <a:ext cx="6652981" cy="2164924"/>
          </a:xfrm>
          <a:prstGeom prst="rect">
            <a:avLst/>
          </a:prstGeom>
        </p:spPr>
        <p:txBody>
          <a:bodyPr/>
          <a:lstStyle>
            <a:lvl1pPr>
              <a:defRPr sz="6000" b="1" i="0">
                <a:solidFill>
                  <a:srgbClr val="21314D"/>
                </a:solidFill>
                <a:latin typeface="Arial Black" panose="020B0604020202020204" pitchFamily="34" charset="0"/>
                <a:cs typeface="Arial Black" panose="020B0604020202020204" pitchFamily="34" charset="0"/>
              </a:defRPr>
            </a:lvl1pPr>
            <a:lvl2pPr>
              <a:defRPr sz="6600" b="1" i="0">
                <a:solidFill>
                  <a:schemeClr val="bg1"/>
                </a:solidFill>
                <a:latin typeface="Arial Black" panose="020B0604020202020204" pitchFamily="34" charset="0"/>
                <a:cs typeface="Arial Black" panose="020B0604020202020204" pitchFamily="34" charset="0"/>
              </a:defRPr>
            </a:lvl2pPr>
            <a:lvl3pPr>
              <a:defRPr sz="6600" b="1" i="0">
                <a:solidFill>
                  <a:schemeClr val="bg1"/>
                </a:solidFill>
                <a:latin typeface="Arial Black" panose="020B0604020202020204" pitchFamily="34" charset="0"/>
                <a:cs typeface="Arial Black" panose="020B0604020202020204" pitchFamily="34" charset="0"/>
              </a:defRPr>
            </a:lvl3pPr>
            <a:lvl4pPr>
              <a:defRPr sz="6600" b="1" i="0">
                <a:solidFill>
                  <a:schemeClr val="bg1"/>
                </a:solidFill>
                <a:latin typeface="Arial Black" panose="020B0604020202020204" pitchFamily="34" charset="0"/>
                <a:cs typeface="Arial Black" panose="020B0604020202020204" pitchFamily="34" charset="0"/>
              </a:defRPr>
            </a:lvl4pPr>
            <a:lvl5pPr>
              <a:defRPr sz="6600" b="1" i="0">
                <a:solidFill>
                  <a:schemeClr val="bg1"/>
                </a:solidFill>
                <a:latin typeface="Arial Black" panose="020B0604020202020204" pitchFamily="34" charset="0"/>
                <a:cs typeface="Arial Black" panose="020B0604020202020204" pitchFamily="34" charset="0"/>
              </a:defRPr>
            </a:lvl5pPr>
          </a:lstStyle>
          <a:p>
            <a:pPr lvl="0"/>
            <a:r>
              <a:rPr lang="en-US" dirty="0"/>
              <a:t>SECTION </a:t>
            </a:r>
            <a:br>
              <a:rPr lang="en-US" dirty="0"/>
            </a:br>
            <a:r>
              <a:rPr lang="en-US" dirty="0"/>
              <a:t>DIVIDER</a:t>
            </a:r>
          </a:p>
        </p:txBody>
      </p:sp>
      <p:sp>
        <p:nvSpPr>
          <p:cNvPr id="6" name="Text Placeholder 4">
            <a:extLst>
              <a:ext uri="{FF2B5EF4-FFF2-40B4-BE49-F238E27FC236}">
                <a16:creationId xmlns:a16="http://schemas.microsoft.com/office/drawing/2014/main" id="{FF9E6617-C0D2-C747-8F1A-40B56F248D6A}"/>
              </a:ext>
            </a:extLst>
          </p:cNvPr>
          <p:cNvSpPr>
            <a:spLocks noGrp="1"/>
          </p:cNvSpPr>
          <p:nvPr>
            <p:ph type="body" sz="quarter" idx="12" hasCustomPrompt="1"/>
          </p:nvPr>
        </p:nvSpPr>
        <p:spPr>
          <a:xfrm>
            <a:off x="795763" y="3429000"/>
            <a:ext cx="6652981" cy="445929"/>
          </a:xfrm>
          <a:prstGeom prst="rect">
            <a:avLst/>
          </a:prstGeom>
        </p:spPr>
        <p:txBody>
          <a:bodyPr/>
          <a:lstStyle>
            <a:lvl1pPr>
              <a:defRPr sz="1800" b="1" i="0">
                <a:solidFill>
                  <a:srgbClr val="21314D"/>
                </a:solidFill>
                <a:latin typeface="Courier New" panose="02070309020205020404" pitchFamily="49" charset="0"/>
                <a:cs typeface="Courier New" panose="02070309020205020404" pitchFamily="49" charset="0"/>
              </a:defRPr>
            </a:lvl1pPr>
            <a:lvl2pPr>
              <a:defRPr>
                <a:solidFill>
                  <a:schemeClr val="bg1"/>
                </a:solidFill>
                <a:latin typeface="Courier New" panose="02070309020205020404" pitchFamily="49" charset="0"/>
                <a:cs typeface="Courier New" panose="02070309020205020404" pitchFamily="49" charset="0"/>
              </a:defRPr>
            </a:lvl2pPr>
            <a:lvl3pPr>
              <a:defRPr b="1" i="0">
                <a:solidFill>
                  <a:schemeClr val="bg1"/>
                </a:solidFill>
                <a:latin typeface="Courier New" panose="02070309020205020404" pitchFamily="49" charset="0"/>
                <a:cs typeface="Courier New" panose="02070309020205020404" pitchFamily="49" charset="0"/>
              </a:defRPr>
            </a:lvl3pPr>
            <a:lvl4pPr>
              <a:defRPr>
                <a:solidFill>
                  <a:schemeClr val="bg1"/>
                </a:solidFill>
                <a:latin typeface="Courier New" panose="02070309020205020404" pitchFamily="49" charset="0"/>
                <a:cs typeface="Courier New" panose="02070309020205020404" pitchFamily="49" charset="0"/>
              </a:defRPr>
            </a:lvl4pPr>
            <a:lvl5pPr>
              <a:defRPr>
                <a:solidFill>
                  <a:schemeClr val="bg1"/>
                </a:solidFill>
                <a:latin typeface="Courier New" panose="02070309020205020404" pitchFamily="49" charset="0"/>
                <a:cs typeface="Courier New" panose="02070309020205020404" pitchFamily="49" charset="0"/>
              </a:defRPr>
            </a:lvl5pPr>
          </a:lstStyle>
          <a:p>
            <a:pPr lvl="0"/>
            <a:r>
              <a:rPr lang="en-US" dirty="0"/>
              <a:t>SUBHEAD HERE</a:t>
            </a:r>
          </a:p>
        </p:txBody>
      </p:sp>
      <p:pic>
        <p:nvPicPr>
          <p:cNvPr id="2" name="Picture 1">
            <a:extLst>
              <a:ext uri="{FF2B5EF4-FFF2-40B4-BE49-F238E27FC236}">
                <a16:creationId xmlns:a16="http://schemas.microsoft.com/office/drawing/2014/main" id="{D5B84949-5464-2A92-C406-F44FAE4ACB1B}"/>
              </a:ext>
            </a:extLst>
          </p:cNvPr>
          <p:cNvPicPr>
            <a:picLocks noChangeAspect="1"/>
          </p:cNvPicPr>
          <p:nvPr userDrawn="1"/>
        </p:nvPicPr>
        <p:blipFill>
          <a:blip r:embed="rId2"/>
          <a:srcRect/>
          <a:stretch/>
        </p:blipFill>
        <p:spPr>
          <a:xfrm>
            <a:off x="9511931" y="5994896"/>
            <a:ext cx="2680069" cy="747399"/>
          </a:xfrm>
          <a:prstGeom prst="rect">
            <a:avLst/>
          </a:prstGeom>
        </p:spPr>
      </p:pic>
    </p:spTree>
    <p:extLst>
      <p:ext uri="{BB962C8B-B14F-4D97-AF65-F5344CB8AC3E}">
        <p14:creationId xmlns:p14="http://schemas.microsoft.com/office/powerpoint/2010/main" val="12824064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userDrawn="1">
  <p:cSld name="TITLE">
    <p:spTree>
      <p:nvGrpSpPr>
        <p:cNvPr id="1" name="Shape 31"/>
        <p:cNvGrpSpPr/>
        <p:nvPr/>
      </p:nvGrpSpPr>
      <p:grpSpPr>
        <a:xfrm>
          <a:off x="0" y="0"/>
          <a:ext cx="0" cy="0"/>
          <a:chOff x="0" y="0"/>
          <a:chExt cx="0" cy="0"/>
        </a:xfrm>
      </p:grpSpPr>
      <p:sp>
        <p:nvSpPr>
          <p:cNvPr id="32" name="Google Shape;32;p18"/>
          <p:cNvSpPr txBox="1">
            <a:spLocks noGrp="1"/>
          </p:cNvSpPr>
          <p:nvPr>
            <p:ph type="ctrTitle" hasCustomPrompt="1"/>
          </p:nvPr>
        </p:nvSpPr>
        <p:spPr>
          <a:xfrm>
            <a:off x="207295" y="1122363"/>
            <a:ext cx="9144000" cy="23876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6000"/>
              <a:buFont typeface="Consolas"/>
              <a:buNone/>
              <a:defRPr sz="5400" b="1" i="0" u="none" strike="noStrike" cap="none">
                <a:solidFill>
                  <a:srgbClr val="183158"/>
                </a:solidFill>
                <a:latin typeface="Arial Black" panose="020B0604020202020204" pitchFamily="34" charset="0"/>
                <a:ea typeface="Arial Black" panose="020B0604020202020204" pitchFamily="34" charset="0"/>
                <a:cs typeface="Arial Black" panose="020B0604020202020204" pitchFamily="34" charset="0"/>
                <a:sym typeface="Consola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dirty="0"/>
              <a:t>SLIDE </a:t>
            </a:r>
            <a:br>
              <a:rPr lang="en-US" dirty="0"/>
            </a:br>
            <a:r>
              <a:rPr lang="en-US" dirty="0"/>
              <a:t>TITLE HERE</a:t>
            </a:r>
            <a:endParaRPr dirty="0"/>
          </a:p>
        </p:txBody>
      </p:sp>
      <p:sp>
        <p:nvSpPr>
          <p:cNvPr id="8" name="Text Placeholder 7">
            <a:extLst>
              <a:ext uri="{FF2B5EF4-FFF2-40B4-BE49-F238E27FC236}">
                <a16:creationId xmlns:a16="http://schemas.microsoft.com/office/drawing/2014/main" id="{23C202CE-0381-5048-BA64-5DE5B3E00877}"/>
              </a:ext>
            </a:extLst>
          </p:cNvPr>
          <p:cNvSpPr>
            <a:spLocks noGrp="1"/>
          </p:cNvSpPr>
          <p:nvPr>
            <p:ph type="body" sz="quarter" idx="17" hasCustomPrompt="1"/>
          </p:nvPr>
        </p:nvSpPr>
        <p:spPr>
          <a:xfrm>
            <a:off x="10144125" y="6546850"/>
            <a:ext cx="1943100" cy="219075"/>
          </a:xfrm>
          <a:prstGeom prst="rect">
            <a:avLst/>
          </a:prstGeom>
        </p:spPr>
        <p:txBody>
          <a:bodyPr/>
          <a:lstStyle>
            <a:lvl1pPr algn="r">
              <a:defRPr sz="700">
                <a:solidFill>
                  <a:srgbClr val="183158"/>
                </a:solidFill>
                <a:latin typeface="Courier New" panose="02070309020205020404" pitchFamily="49" charset="0"/>
                <a:cs typeface="Courier New" panose="02070309020205020404" pitchFamily="49" charset="0"/>
              </a:defRPr>
            </a:lvl1pPr>
            <a:lvl2pPr>
              <a:defRPr sz="700">
                <a:solidFill>
                  <a:schemeClr val="bg1"/>
                </a:solidFill>
                <a:latin typeface="Courier New" panose="02070309020205020404" pitchFamily="49" charset="0"/>
                <a:cs typeface="Courier New" panose="02070309020205020404" pitchFamily="49" charset="0"/>
              </a:defRPr>
            </a:lvl2pPr>
            <a:lvl3pPr>
              <a:defRPr sz="700">
                <a:solidFill>
                  <a:schemeClr val="bg1"/>
                </a:solidFill>
                <a:latin typeface="Courier New" panose="02070309020205020404" pitchFamily="49" charset="0"/>
                <a:cs typeface="Courier New" panose="02070309020205020404" pitchFamily="49" charset="0"/>
              </a:defRPr>
            </a:lvl3pPr>
            <a:lvl4pPr>
              <a:defRPr sz="700">
                <a:solidFill>
                  <a:schemeClr val="bg1"/>
                </a:solidFill>
                <a:latin typeface="Courier New" panose="02070309020205020404" pitchFamily="49" charset="0"/>
                <a:cs typeface="Courier New" panose="02070309020205020404" pitchFamily="49" charset="0"/>
              </a:defRPr>
            </a:lvl4pPr>
            <a:lvl5pPr>
              <a:defRPr sz="700">
                <a:solidFill>
                  <a:schemeClr val="bg1"/>
                </a:solidFill>
                <a:latin typeface="Courier New" panose="02070309020205020404" pitchFamily="49" charset="0"/>
                <a:cs typeface="Courier New" panose="02070309020205020404" pitchFamily="49" charset="0"/>
              </a:defRPr>
            </a:lvl5pPr>
          </a:lstStyle>
          <a:p>
            <a:pPr lvl="0"/>
            <a:r>
              <a:rPr lang="en-US" dirty="0"/>
              <a:t>2</a:t>
            </a:r>
          </a:p>
        </p:txBody>
      </p:sp>
      <p:sp>
        <p:nvSpPr>
          <p:cNvPr id="9" name="Text Placeholder 7">
            <a:extLst>
              <a:ext uri="{FF2B5EF4-FFF2-40B4-BE49-F238E27FC236}">
                <a16:creationId xmlns:a16="http://schemas.microsoft.com/office/drawing/2014/main" id="{BC51DF52-58F2-5B45-BFD9-F82151A8C1E3}"/>
              </a:ext>
            </a:extLst>
          </p:cNvPr>
          <p:cNvSpPr>
            <a:spLocks noGrp="1"/>
          </p:cNvSpPr>
          <p:nvPr>
            <p:ph type="body" sz="quarter" idx="10" hasCustomPrompt="1"/>
          </p:nvPr>
        </p:nvSpPr>
        <p:spPr>
          <a:xfrm>
            <a:off x="168275" y="168275"/>
            <a:ext cx="7183438" cy="601663"/>
          </a:xfrm>
          <a:prstGeom prst="rect">
            <a:avLst/>
          </a:prstGeom>
        </p:spPr>
        <p:txBody>
          <a:bodyPr/>
          <a:lstStyle>
            <a:lvl1pPr>
              <a:defRPr sz="1200" b="1" i="0">
                <a:solidFill>
                  <a:srgbClr val="183158"/>
                </a:solidFill>
                <a:latin typeface="Arial Black" panose="020B0604020202020204" pitchFamily="34" charset="0"/>
                <a:cs typeface="Arial Black" panose="020B0604020202020204" pitchFamily="34" charset="0"/>
              </a:defRPr>
            </a:lvl1pPr>
            <a:lvl2pPr>
              <a:defRPr sz="1200" b="1" i="0">
                <a:solidFill>
                  <a:srgbClr val="183158"/>
                </a:solidFill>
                <a:latin typeface="Arial Black" panose="020B0604020202020204" pitchFamily="34" charset="0"/>
                <a:cs typeface="Arial Black" panose="020B0604020202020204" pitchFamily="34" charset="0"/>
              </a:defRPr>
            </a:lvl2pPr>
            <a:lvl3pPr>
              <a:defRPr sz="1200" b="1" i="0">
                <a:solidFill>
                  <a:srgbClr val="183158"/>
                </a:solidFill>
                <a:latin typeface="Arial Black" panose="020B0604020202020204" pitchFamily="34" charset="0"/>
                <a:cs typeface="Arial Black" panose="020B0604020202020204" pitchFamily="34" charset="0"/>
              </a:defRPr>
            </a:lvl3pPr>
            <a:lvl4pPr>
              <a:defRPr sz="1200" b="1" i="0">
                <a:solidFill>
                  <a:srgbClr val="183158"/>
                </a:solidFill>
                <a:latin typeface="Arial Black" panose="020B0604020202020204" pitchFamily="34" charset="0"/>
                <a:cs typeface="Arial Black" panose="020B0604020202020204" pitchFamily="34" charset="0"/>
              </a:defRPr>
            </a:lvl4pPr>
            <a:lvl5pPr>
              <a:defRPr sz="1200" b="1" i="0">
                <a:solidFill>
                  <a:srgbClr val="183158"/>
                </a:solidFill>
                <a:latin typeface="Arial Black" panose="020B0604020202020204" pitchFamily="34" charset="0"/>
                <a:cs typeface="Arial Black" panose="020B0604020202020204" pitchFamily="34" charset="0"/>
              </a:defRPr>
            </a:lvl5pPr>
          </a:lstStyle>
          <a:p>
            <a:pPr lvl="0"/>
            <a:r>
              <a:rPr lang="en-US" dirty="0"/>
              <a:t>SLIDE TITLE HERE</a:t>
            </a:r>
          </a:p>
        </p:txBody>
      </p:sp>
      <p:sp>
        <p:nvSpPr>
          <p:cNvPr id="13" name="Text Placeholder 16">
            <a:extLst>
              <a:ext uri="{FF2B5EF4-FFF2-40B4-BE49-F238E27FC236}">
                <a16:creationId xmlns:a16="http://schemas.microsoft.com/office/drawing/2014/main" id="{3B9BF397-3766-2E4B-AAE4-0259D5705E8B}"/>
              </a:ext>
            </a:extLst>
          </p:cNvPr>
          <p:cNvSpPr>
            <a:spLocks noGrp="1"/>
          </p:cNvSpPr>
          <p:nvPr>
            <p:ph type="body" sz="quarter" idx="18"/>
          </p:nvPr>
        </p:nvSpPr>
        <p:spPr>
          <a:xfrm>
            <a:off x="207295" y="3681297"/>
            <a:ext cx="6681787" cy="1938338"/>
          </a:xfrm>
          <a:prstGeom prst="rect">
            <a:avLst/>
          </a:prstGeom>
        </p:spPr>
        <p:txBody>
          <a:bodyPr/>
          <a:lstStyle>
            <a:lvl1pPr>
              <a:defRPr sz="1800">
                <a:ln>
                  <a:noFill/>
                </a:ln>
                <a:solidFill>
                  <a:srgbClr val="183158"/>
                </a:solidFill>
              </a:defRPr>
            </a:lvl1pPr>
            <a:lvl2pPr>
              <a:defRPr sz="1800">
                <a:ln>
                  <a:noFill/>
                </a:ln>
                <a:solidFill>
                  <a:srgbClr val="183158"/>
                </a:solidFill>
              </a:defRPr>
            </a:lvl2pPr>
            <a:lvl3pPr>
              <a:defRPr sz="1800">
                <a:ln>
                  <a:noFill/>
                </a:ln>
                <a:solidFill>
                  <a:srgbClr val="183158"/>
                </a:solidFill>
              </a:defRPr>
            </a:lvl3pPr>
            <a:lvl4pPr>
              <a:defRPr sz="1800">
                <a:ln>
                  <a:noFill/>
                </a:ln>
                <a:solidFill>
                  <a:srgbClr val="183158"/>
                </a:solidFill>
              </a:defRPr>
            </a:lvl4pPr>
            <a:lvl5pPr>
              <a:defRPr sz="1800">
                <a:ln>
                  <a:noFill/>
                </a:ln>
                <a:solidFill>
                  <a:srgbClr val="183158"/>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F4C11B71-7C00-9542-B4AD-179FFB8DD7DE}"/>
              </a:ext>
            </a:extLst>
          </p:cNvPr>
          <p:cNvSpPr>
            <a:spLocks noGrp="1"/>
          </p:cNvSpPr>
          <p:nvPr>
            <p:ph type="body" sz="quarter" idx="10" hasCustomPrompt="1"/>
          </p:nvPr>
        </p:nvSpPr>
        <p:spPr>
          <a:xfrm>
            <a:off x="168275" y="168275"/>
            <a:ext cx="7183438" cy="601663"/>
          </a:xfrm>
          <a:prstGeom prst="rect">
            <a:avLst/>
          </a:prstGeom>
        </p:spPr>
        <p:txBody>
          <a:bodyPr/>
          <a:lstStyle>
            <a:lvl1pPr>
              <a:defRPr sz="1200" b="1" i="0">
                <a:solidFill>
                  <a:srgbClr val="183158"/>
                </a:solidFill>
                <a:latin typeface="Arial Black" panose="020B0604020202020204" pitchFamily="34" charset="0"/>
                <a:cs typeface="Arial Black" panose="020B0604020202020204" pitchFamily="34" charset="0"/>
              </a:defRPr>
            </a:lvl1pPr>
            <a:lvl2pPr>
              <a:defRPr sz="1200" b="1" i="0">
                <a:solidFill>
                  <a:srgbClr val="183158"/>
                </a:solidFill>
                <a:latin typeface="Arial Black" panose="020B0604020202020204" pitchFamily="34" charset="0"/>
                <a:cs typeface="Arial Black" panose="020B0604020202020204" pitchFamily="34" charset="0"/>
              </a:defRPr>
            </a:lvl2pPr>
            <a:lvl3pPr>
              <a:defRPr sz="1200" b="1" i="0">
                <a:solidFill>
                  <a:srgbClr val="183158"/>
                </a:solidFill>
                <a:latin typeface="Arial Black" panose="020B0604020202020204" pitchFamily="34" charset="0"/>
                <a:cs typeface="Arial Black" panose="020B0604020202020204" pitchFamily="34" charset="0"/>
              </a:defRPr>
            </a:lvl3pPr>
            <a:lvl4pPr>
              <a:defRPr sz="1200" b="1" i="0">
                <a:solidFill>
                  <a:srgbClr val="183158"/>
                </a:solidFill>
                <a:latin typeface="Arial Black" panose="020B0604020202020204" pitchFamily="34" charset="0"/>
                <a:cs typeface="Arial Black" panose="020B0604020202020204" pitchFamily="34" charset="0"/>
              </a:defRPr>
            </a:lvl4pPr>
            <a:lvl5pPr>
              <a:defRPr sz="1200" b="1" i="0">
                <a:solidFill>
                  <a:srgbClr val="183158"/>
                </a:solidFill>
                <a:latin typeface="Arial Black" panose="020B0604020202020204" pitchFamily="34" charset="0"/>
                <a:cs typeface="Arial Black" panose="020B0604020202020204" pitchFamily="34" charset="0"/>
              </a:defRPr>
            </a:lvl5pPr>
          </a:lstStyle>
          <a:p>
            <a:pPr lvl="0"/>
            <a:r>
              <a:rPr lang="en-US" dirty="0"/>
              <a:t>SLIDE TITLE HERE</a:t>
            </a:r>
          </a:p>
        </p:txBody>
      </p:sp>
      <p:sp>
        <p:nvSpPr>
          <p:cNvPr id="10" name="Text Placeholder 9">
            <a:extLst>
              <a:ext uri="{FF2B5EF4-FFF2-40B4-BE49-F238E27FC236}">
                <a16:creationId xmlns:a16="http://schemas.microsoft.com/office/drawing/2014/main" id="{A909A389-0239-5341-B557-5571B3CC275F}"/>
              </a:ext>
            </a:extLst>
          </p:cNvPr>
          <p:cNvSpPr>
            <a:spLocks noGrp="1"/>
          </p:cNvSpPr>
          <p:nvPr>
            <p:ph type="body" sz="quarter" idx="11" hasCustomPrompt="1"/>
          </p:nvPr>
        </p:nvSpPr>
        <p:spPr>
          <a:xfrm>
            <a:off x="168275" y="2405063"/>
            <a:ext cx="3573546" cy="1022350"/>
          </a:xfrm>
          <a:prstGeom prst="rect">
            <a:avLst/>
          </a:prstGeom>
        </p:spPr>
        <p:txBody>
          <a:bodyPr/>
          <a:lstStyle>
            <a:lvl1pPr algn="ctr">
              <a:defRPr sz="6000" b="1" i="0">
                <a:solidFill>
                  <a:srgbClr val="183158"/>
                </a:solidFill>
                <a:latin typeface="Arial Black" panose="020B0604020202020204" pitchFamily="34" charset="0"/>
                <a:cs typeface="Arial Black" panose="020B0604020202020204" pitchFamily="34" charset="0"/>
              </a:defRPr>
            </a:lvl1pPr>
            <a:lvl2pPr algn="ctr">
              <a:defRPr sz="6000" b="1" i="0">
                <a:latin typeface="Arial Black" panose="020B0604020202020204" pitchFamily="34" charset="0"/>
                <a:cs typeface="Arial Black" panose="020B0604020202020204" pitchFamily="34" charset="0"/>
              </a:defRPr>
            </a:lvl2pPr>
            <a:lvl3pPr algn="ctr">
              <a:defRPr sz="6000" b="1" i="0">
                <a:latin typeface="Arial Black" panose="020B0604020202020204" pitchFamily="34" charset="0"/>
                <a:cs typeface="Arial Black" panose="020B0604020202020204" pitchFamily="34" charset="0"/>
              </a:defRPr>
            </a:lvl3pPr>
            <a:lvl4pPr algn="ctr">
              <a:defRPr sz="6000" b="1" i="0">
                <a:latin typeface="Arial Black" panose="020B0604020202020204" pitchFamily="34" charset="0"/>
                <a:cs typeface="Arial Black" panose="020B0604020202020204" pitchFamily="34" charset="0"/>
              </a:defRPr>
            </a:lvl4pPr>
            <a:lvl5pPr algn="ctr">
              <a:defRPr sz="6000" b="1" i="0">
                <a:latin typeface="Arial Black" panose="020B0604020202020204" pitchFamily="34" charset="0"/>
                <a:cs typeface="Arial Black" panose="020B0604020202020204" pitchFamily="34" charset="0"/>
              </a:defRPr>
            </a:lvl5pPr>
          </a:lstStyle>
          <a:p>
            <a:pPr lvl="0"/>
            <a:r>
              <a:rPr lang="en-US" dirty="0"/>
              <a:t>91</a:t>
            </a:r>
          </a:p>
        </p:txBody>
      </p:sp>
      <p:sp>
        <p:nvSpPr>
          <p:cNvPr id="11" name="Text Placeholder 9">
            <a:extLst>
              <a:ext uri="{FF2B5EF4-FFF2-40B4-BE49-F238E27FC236}">
                <a16:creationId xmlns:a16="http://schemas.microsoft.com/office/drawing/2014/main" id="{66DDD94E-7EB7-F047-BEB3-C511B4AF6A95}"/>
              </a:ext>
            </a:extLst>
          </p:cNvPr>
          <p:cNvSpPr>
            <a:spLocks noGrp="1"/>
          </p:cNvSpPr>
          <p:nvPr>
            <p:ph type="body" sz="quarter" idx="12" hasCustomPrompt="1"/>
          </p:nvPr>
        </p:nvSpPr>
        <p:spPr>
          <a:xfrm>
            <a:off x="4295107" y="2405063"/>
            <a:ext cx="3573546" cy="1022350"/>
          </a:xfrm>
          <a:prstGeom prst="rect">
            <a:avLst/>
          </a:prstGeom>
        </p:spPr>
        <p:txBody>
          <a:bodyPr/>
          <a:lstStyle>
            <a:lvl1pPr algn="ctr">
              <a:defRPr sz="6000" b="1" i="0">
                <a:solidFill>
                  <a:srgbClr val="CC4628"/>
                </a:solidFill>
                <a:latin typeface="Arial Black" panose="020B0604020202020204" pitchFamily="34" charset="0"/>
                <a:cs typeface="Arial Black" panose="020B0604020202020204" pitchFamily="34" charset="0"/>
              </a:defRPr>
            </a:lvl1pPr>
            <a:lvl2pPr algn="ctr">
              <a:defRPr sz="6000" b="1" i="0">
                <a:latin typeface="Arial Black" panose="020B0604020202020204" pitchFamily="34" charset="0"/>
                <a:cs typeface="Arial Black" panose="020B0604020202020204" pitchFamily="34" charset="0"/>
              </a:defRPr>
            </a:lvl2pPr>
            <a:lvl3pPr algn="ctr">
              <a:defRPr sz="6000" b="1" i="0">
                <a:latin typeface="Arial Black" panose="020B0604020202020204" pitchFamily="34" charset="0"/>
                <a:cs typeface="Arial Black" panose="020B0604020202020204" pitchFamily="34" charset="0"/>
              </a:defRPr>
            </a:lvl3pPr>
            <a:lvl4pPr algn="ctr">
              <a:defRPr sz="6000" b="1" i="0">
                <a:latin typeface="Arial Black" panose="020B0604020202020204" pitchFamily="34" charset="0"/>
                <a:cs typeface="Arial Black" panose="020B0604020202020204" pitchFamily="34" charset="0"/>
              </a:defRPr>
            </a:lvl4pPr>
            <a:lvl5pPr algn="ctr">
              <a:defRPr sz="6000" b="1" i="0">
                <a:latin typeface="Arial Black" panose="020B0604020202020204" pitchFamily="34" charset="0"/>
                <a:cs typeface="Arial Black" panose="020B0604020202020204" pitchFamily="34" charset="0"/>
              </a:defRPr>
            </a:lvl5pPr>
          </a:lstStyle>
          <a:p>
            <a:pPr lvl="0"/>
            <a:r>
              <a:rPr lang="en-US" dirty="0"/>
              <a:t>$289M</a:t>
            </a:r>
          </a:p>
        </p:txBody>
      </p:sp>
      <p:sp>
        <p:nvSpPr>
          <p:cNvPr id="12" name="Text Placeholder 9">
            <a:extLst>
              <a:ext uri="{FF2B5EF4-FFF2-40B4-BE49-F238E27FC236}">
                <a16:creationId xmlns:a16="http://schemas.microsoft.com/office/drawing/2014/main" id="{ECE22AB0-047E-7649-AA99-C8F8A1029623}"/>
              </a:ext>
            </a:extLst>
          </p:cNvPr>
          <p:cNvSpPr>
            <a:spLocks noGrp="1"/>
          </p:cNvSpPr>
          <p:nvPr>
            <p:ph type="body" sz="quarter" idx="13" hasCustomPrompt="1"/>
          </p:nvPr>
        </p:nvSpPr>
        <p:spPr>
          <a:xfrm>
            <a:off x="8409907" y="2405063"/>
            <a:ext cx="3573546" cy="1022350"/>
          </a:xfrm>
          <a:prstGeom prst="rect">
            <a:avLst/>
          </a:prstGeom>
        </p:spPr>
        <p:txBody>
          <a:bodyPr/>
          <a:lstStyle>
            <a:lvl1pPr algn="ctr">
              <a:defRPr sz="6000" b="1" i="0">
                <a:solidFill>
                  <a:srgbClr val="879EC3"/>
                </a:solidFill>
                <a:latin typeface="Arial Black" panose="020B0604020202020204" pitchFamily="34" charset="0"/>
                <a:cs typeface="Arial Black" panose="020B0604020202020204" pitchFamily="34" charset="0"/>
              </a:defRPr>
            </a:lvl1pPr>
            <a:lvl2pPr algn="ctr">
              <a:defRPr sz="6000" b="1" i="0">
                <a:latin typeface="Arial Black" panose="020B0604020202020204" pitchFamily="34" charset="0"/>
                <a:cs typeface="Arial Black" panose="020B0604020202020204" pitchFamily="34" charset="0"/>
              </a:defRPr>
            </a:lvl2pPr>
            <a:lvl3pPr algn="ctr">
              <a:defRPr sz="6000" b="1" i="0">
                <a:latin typeface="Arial Black" panose="020B0604020202020204" pitchFamily="34" charset="0"/>
                <a:cs typeface="Arial Black" panose="020B0604020202020204" pitchFamily="34" charset="0"/>
              </a:defRPr>
            </a:lvl3pPr>
            <a:lvl4pPr algn="ctr">
              <a:defRPr sz="6000" b="1" i="0">
                <a:latin typeface="Arial Black" panose="020B0604020202020204" pitchFamily="34" charset="0"/>
                <a:cs typeface="Arial Black" panose="020B0604020202020204" pitchFamily="34" charset="0"/>
              </a:defRPr>
            </a:lvl4pPr>
            <a:lvl5pPr algn="ctr">
              <a:defRPr sz="6000" b="1" i="0">
                <a:latin typeface="Arial Black" panose="020B0604020202020204" pitchFamily="34" charset="0"/>
                <a:cs typeface="Arial Black" panose="020B0604020202020204" pitchFamily="34" charset="0"/>
              </a:defRPr>
            </a:lvl5pPr>
          </a:lstStyle>
          <a:p>
            <a:pPr lvl="0"/>
            <a:r>
              <a:rPr lang="en-US" dirty="0"/>
              <a:t>7,172</a:t>
            </a:r>
          </a:p>
        </p:txBody>
      </p:sp>
      <p:cxnSp>
        <p:nvCxnSpPr>
          <p:cNvPr id="13" name="Google Shape;125;p8">
            <a:extLst>
              <a:ext uri="{FF2B5EF4-FFF2-40B4-BE49-F238E27FC236}">
                <a16:creationId xmlns:a16="http://schemas.microsoft.com/office/drawing/2014/main" id="{24B98BD8-6464-FC44-82D7-06AA1C7306F8}"/>
              </a:ext>
            </a:extLst>
          </p:cNvPr>
          <p:cNvCxnSpPr/>
          <p:nvPr userDrawn="1"/>
        </p:nvCxnSpPr>
        <p:spPr>
          <a:xfrm rot="10800000">
            <a:off x="4013050" y="1569427"/>
            <a:ext cx="0" cy="3719146"/>
          </a:xfrm>
          <a:prstGeom prst="straightConnector1">
            <a:avLst/>
          </a:prstGeom>
          <a:noFill/>
          <a:ln w="12700" cap="flat" cmpd="sng">
            <a:solidFill>
              <a:srgbClr val="889FC7"/>
            </a:solidFill>
            <a:prstDash val="solid"/>
            <a:miter lim="800000"/>
            <a:headEnd type="none" w="sm" len="sm"/>
            <a:tailEnd type="none" w="sm" len="sm"/>
          </a:ln>
        </p:spPr>
      </p:cxnSp>
      <p:cxnSp>
        <p:nvCxnSpPr>
          <p:cNvPr id="14" name="Google Shape;128;p8">
            <a:extLst>
              <a:ext uri="{FF2B5EF4-FFF2-40B4-BE49-F238E27FC236}">
                <a16:creationId xmlns:a16="http://schemas.microsoft.com/office/drawing/2014/main" id="{D58E5AC0-ADCA-AE48-BD60-39D81DEC0A14}"/>
              </a:ext>
            </a:extLst>
          </p:cNvPr>
          <p:cNvCxnSpPr/>
          <p:nvPr userDrawn="1"/>
        </p:nvCxnSpPr>
        <p:spPr>
          <a:xfrm rot="10800000">
            <a:off x="8178952" y="1569427"/>
            <a:ext cx="0" cy="3719146"/>
          </a:xfrm>
          <a:prstGeom prst="straightConnector1">
            <a:avLst/>
          </a:prstGeom>
          <a:noFill/>
          <a:ln w="12700" cap="flat" cmpd="sng">
            <a:solidFill>
              <a:srgbClr val="889FC7"/>
            </a:solidFill>
            <a:prstDash val="solid"/>
            <a:miter lim="800000"/>
            <a:headEnd type="none" w="sm" len="sm"/>
            <a:tailEnd type="none" w="sm" len="sm"/>
          </a:ln>
        </p:spPr>
      </p:cxnSp>
      <p:sp>
        <p:nvSpPr>
          <p:cNvPr id="16" name="Text Placeholder 15">
            <a:extLst>
              <a:ext uri="{FF2B5EF4-FFF2-40B4-BE49-F238E27FC236}">
                <a16:creationId xmlns:a16="http://schemas.microsoft.com/office/drawing/2014/main" id="{83696328-68B5-3543-88BF-AC1BC91946F2}"/>
              </a:ext>
            </a:extLst>
          </p:cNvPr>
          <p:cNvSpPr>
            <a:spLocks noGrp="1"/>
          </p:cNvSpPr>
          <p:nvPr>
            <p:ph type="body" sz="quarter" idx="14" hasCustomPrompt="1"/>
          </p:nvPr>
        </p:nvSpPr>
        <p:spPr>
          <a:xfrm>
            <a:off x="168275" y="3574256"/>
            <a:ext cx="3573463" cy="1022350"/>
          </a:xfrm>
          <a:prstGeom prst="rect">
            <a:avLst/>
          </a:prstGeom>
        </p:spPr>
        <p:txBody>
          <a:bodyPr/>
          <a:lstStyle>
            <a:lvl1pPr algn="ctr">
              <a:defRPr b="1">
                <a:solidFill>
                  <a:srgbClr val="183158"/>
                </a:solidFill>
                <a:latin typeface="Courier New" panose="02070309020205020404" pitchFamily="49" charset="0"/>
                <a:cs typeface="Courier New" panose="02070309020205020404" pitchFamily="49" charset="0"/>
              </a:defRPr>
            </a:lvl1pPr>
            <a:lvl2pPr algn="ctr">
              <a:defRPr b="1">
                <a:solidFill>
                  <a:srgbClr val="183158"/>
                </a:solidFill>
                <a:latin typeface="Courier New" panose="02070309020205020404" pitchFamily="49" charset="0"/>
                <a:cs typeface="Courier New" panose="02070309020205020404" pitchFamily="49" charset="0"/>
              </a:defRPr>
            </a:lvl2pPr>
            <a:lvl3pPr algn="ctr">
              <a:defRPr b="1">
                <a:solidFill>
                  <a:srgbClr val="183158"/>
                </a:solidFill>
                <a:latin typeface="Courier New" panose="02070309020205020404" pitchFamily="49" charset="0"/>
                <a:cs typeface="Courier New" panose="02070309020205020404" pitchFamily="49" charset="0"/>
              </a:defRPr>
            </a:lvl3pPr>
            <a:lvl4pPr algn="ctr">
              <a:defRPr b="1">
                <a:solidFill>
                  <a:srgbClr val="183158"/>
                </a:solidFill>
                <a:latin typeface="Courier New" panose="02070309020205020404" pitchFamily="49" charset="0"/>
                <a:cs typeface="Courier New" panose="02070309020205020404" pitchFamily="49" charset="0"/>
              </a:defRPr>
            </a:lvl4pPr>
            <a:lvl5pPr algn="ctr">
              <a:defRPr b="1">
                <a:solidFill>
                  <a:srgbClr val="183158"/>
                </a:solidFill>
                <a:latin typeface="Courier New" panose="02070309020205020404" pitchFamily="49" charset="0"/>
                <a:cs typeface="Courier New" panose="02070309020205020404" pitchFamily="49" charset="0"/>
              </a:defRPr>
            </a:lvl5pPr>
          </a:lstStyle>
          <a:p>
            <a:pPr lvl="0"/>
            <a:r>
              <a:rPr lang="en-US" dirty="0"/>
              <a:t>Retention from</a:t>
            </a:r>
            <a:br>
              <a:rPr lang="en-US" dirty="0"/>
            </a:br>
            <a:r>
              <a:rPr lang="en-US" dirty="0"/>
              <a:t>first-to-second</a:t>
            </a:r>
            <a:br>
              <a:rPr lang="en-US" dirty="0"/>
            </a:br>
            <a:r>
              <a:rPr lang="en-US" dirty="0"/>
              <a:t>year (fall 2020)</a:t>
            </a:r>
          </a:p>
        </p:txBody>
      </p:sp>
      <p:sp>
        <p:nvSpPr>
          <p:cNvPr id="17" name="Text Placeholder 15">
            <a:extLst>
              <a:ext uri="{FF2B5EF4-FFF2-40B4-BE49-F238E27FC236}">
                <a16:creationId xmlns:a16="http://schemas.microsoft.com/office/drawing/2014/main" id="{E1B363A7-1DF7-0C43-89A2-461DCFF01015}"/>
              </a:ext>
            </a:extLst>
          </p:cNvPr>
          <p:cNvSpPr>
            <a:spLocks noGrp="1"/>
          </p:cNvSpPr>
          <p:nvPr>
            <p:ph type="body" sz="quarter" idx="15" hasCustomPrompt="1"/>
          </p:nvPr>
        </p:nvSpPr>
        <p:spPr>
          <a:xfrm>
            <a:off x="4271044" y="3574256"/>
            <a:ext cx="3636594" cy="1022350"/>
          </a:xfrm>
          <a:prstGeom prst="rect">
            <a:avLst/>
          </a:prstGeom>
        </p:spPr>
        <p:txBody>
          <a:bodyPr/>
          <a:lstStyle>
            <a:lvl1pPr algn="ctr">
              <a:defRPr b="1">
                <a:solidFill>
                  <a:srgbClr val="183158"/>
                </a:solidFill>
                <a:latin typeface="Courier New" panose="02070309020205020404" pitchFamily="49" charset="0"/>
                <a:cs typeface="Courier New" panose="02070309020205020404" pitchFamily="49" charset="0"/>
              </a:defRPr>
            </a:lvl1pPr>
            <a:lvl2pPr algn="ctr">
              <a:defRPr b="1">
                <a:solidFill>
                  <a:srgbClr val="183158"/>
                </a:solidFill>
                <a:latin typeface="Courier New" panose="02070309020205020404" pitchFamily="49" charset="0"/>
                <a:cs typeface="Courier New" panose="02070309020205020404" pitchFamily="49" charset="0"/>
              </a:defRPr>
            </a:lvl2pPr>
            <a:lvl3pPr algn="ctr">
              <a:defRPr b="1">
                <a:solidFill>
                  <a:srgbClr val="183158"/>
                </a:solidFill>
                <a:latin typeface="Courier New" panose="02070309020205020404" pitchFamily="49" charset="0"/>
                <a:cs typeface="Courier New" panose="02070309020205020404" pitchFamily="49" charset="0"/>
              </a:defRPr>
            </a:lvl3pPr>
            <a:lvl4pPr algn="ctr">
              <a:defRPr b="1">
                <a:solidFill>
                  <a:srgbClr val="183158"/>
                </a:solidFill>
                <a:latin typeface="Courier New" panose="02070309020205020404" pitchFamily="49" charset="0"/>
                <a:cs typeface="Courier New" panose="02070309020205020404" pitchFamily="49" charset="0"/>
              </a:defRPr>
            </a:lvl4pPr>
            <a:lvl5pPr algn="ctr">
              <a:defRPr b="1">
                <a:solidFill>
                  <a:srgbClr val="183158"/>
                </a:solidFill>
                <a:latin typeface="Courier New" panose="02070309020205020404" pitchFamily="49" charset="0"/>
                <a:cs typeface="Courier New" panose="02070309020205020404" pitchFamily="49" charset="0"/>
              </a:defRPr>
            </a:lvl5pPr>
          </a:lstStyle>
          <a:p>
            <a:pPr lvl="0"/>
            <a:r>
              <a:rPr lang="en-US" dirty="0"/>
              <a:t>Mines endowment as of</a:t>
            </a:r>
            <a:br>
              <a:rPr lang="en-US" dirty="0"/>
            </a:br>
            <a:r>
              <a:rPr lang="en-US" dirty="0"/>
              <a:t>June 2019</a:t>
            </a:r>
          </a:p>
        </p:txBody>
      </p:sp>
      <p:sp>
        <p:nvSpPr>
          <p:cNvPr id="18" name="Text Placeholder 15">
            <a:extLst>
              <a:ext uri="{FF2B5EF4-FFF2-40B4-BE49-F238E27FC236}">
                <a16:creationId xmlns:a16="http://schemas.microsoft.com/office/drawing/2014/main" id="{097B96B0-51F6-F847-9FF3-387A37C7D627}"/>
              </a:ext>
            </a:extLst>
          </p:cNvPr>
          <p:cNvSpPr>
            <a:spLocks noGrp="1"/>
          </p:cNvSpPr>
          <p:nvPr>
            <p:ph type="body" sz="quarter" idx="16" hasCustomPrompt="1"/>
          </p:nvPr>
        </p:nvSpPr>
        <p:spPr>
          <a:xfrm>
            <a:off x="8397875" y="3574256"/>
            <a:ext cx="3636594" cy="1022350"/>
          </a:xfrm>
          <a:prstGeom prst="rect">
            <a:avLst/>
          </a:prstGeom>
        </p:spPr>
        <p:txBody>
          <a:bodyPr/>
          <a:lstStyle>
            <a:lvl1pPr algn="ctr">
              <a:defRPr b="1">
                <a:solidFill>
                  <a:srgbClr val="183158"/>
                </a:solidFill>
                <a:latin typeface="Courier New" panose="02070309020205020404" pitchFamily="49" charset="0"/>
                <a:cs typeface="Courier New" panose="02070309020205020404" pitchFamily="49" charset="0"/>
              </a:defRPr>
            </a:lvl1pPr>
            <a:lvl2pPr algn="ctr">
              <a:defRPr b="1">
                <a:solidFill>
                  <a:srgbClr val="183158"/>
                </a:solidFill>
                <a:latin typeface="Courier New" panose="02070309020205020404" pitchFamily="49" charset="0"/>
                <a:cs typeface="Courier New" panose="02070309020205020404" pitchFamily="49" charset="0"/>
              </a:defRPr>
            </a:lvl2pPr>
            <a:lvl3pPr algn="ctr">
              <a:defRPr b="1">
                <a:solidFill>
                  <a:srgbClr val="183158"/>
                </a:solidFill>
                <a:latin typeface="Courier New" panose="02070309020205020404" pitchFamily="49" charset="0"/>
                <a:cs typeface="Courier New" panose="02070309020205020404" pitchFamily="49" charset="0"/>
              </a:defRPr>
            </a:lvl3pPr>
            <a:lvl4pPr algn="ctr">
              <a:defRPr b="1">
                <a:solidFill>
                  <a:srgbClr val="183158"/>
                </a:solidFill>
                <a:latin typeface="Courier New" panose="02070309020205020404" pitchFamily="49" charset="0"/>
                <a:cs typeface="Courier New" panose="02070309020205020404" pitchFamily="49" charset="0"/>
              </a:defRPr>
            </a:lvl4pPr>
            <a:lvl5pPr algn="ctr">
              <a:defRPr b="1">
                <a:solidFill>
                  <a:srgbClr val="183158"/>
                </a:solidFill>
                <a:latin typeface="Courier New" panose="02070309020205020404" pitchFamily="49" charset="0"/>
                <a:cs typeface="Courier New" panose="02070309020205020404" pitchFamily="49" charset="0"/>
              </a:defRPr>
            </a:lvl5pPr>
          </a:lstStyle>
          <a:p>
            <a:pPr lvl="0"/>
            <a:r>
              <a:rPr lang="en-US" dirty="0"/>
              <a:t>Number of undergraduate, graduate and non-degree students as of fall 2021</a:t>
            </a:r>
          </a:p>
        </p:txBody>
      </p:sp>
      <p:sp>
        <p:nvSpPr>
          <p:cNvPr id="19" name="Text Placeholder 7">
            <a:extLst>
              <a:ext uri="{FF2B5EF4-FFF2-40B4-BE49-F238E27FC236}">
                <a16:creationId xmlns:a16="http://schemas.microsoft.com/office/drawing/2014/main" id="{D58BFB38-CE94-6942-ABAC-FB02885DF6F8}"/>
              </a:ext>
            </a:extLst>
          </p:cNvPr>
          <p:cNvSpPr>
            <a:spLocks noGrp="1"/>
          </p:cNvSpPr>
          <p:nvPr>
            <p:ph type="body" sz="quarter" idx="17" hasCustomPrompt="1"/>
          </p:nvPr>
        </p:nvSpPr>
        <p:spPr>
          <a:xfrm>
            <a:off x="10144125" y="6546850"/>
            <a:ext cx="1943100" cy="219075"/>
          </a:xfrm>
          <a:prstGeom prst="rect">
            <a:avLst/>
          </a:prstGeom>
        </p:spPr>
        <p:txBody>
          <a:bodyPr/>
          <a:lstStyle>
            <a:lvl1pPr algn="r">
              <a:defRPr sz="700">
                <a:solidFill>
                  <a:srgbClr val="183158"/>
                </a:solidFill>
                <a:latin typeface="Courier New" panose="02070309020205020404" pitchFamily="49" charset="0"/>
                <a:cs typeface="Courier New" panose="02070309020205020404" pitchFamily="49" charset="0"/>
              </a:defRPr>
            </a:lvl1pPr>
            <a:lvl2pPr>
              <a:defRPr sz="700">
                <a:solidFill>
                  <a:schemeClr val="bg1"/>
                </a:solidFill>
                <a:latin typeface="Courier New" panose="02070309020205020404" pitchFamily="49" charset="0"/>
                <a:cs typeface="Courier New" panose="02070309020205020404" pitchFamily="49" charset="0"/>
              </a:defRPr>
            </a:lvl2pPr>
            <a:lvl3pPr>
              <a:defRPr sz="700">
                <a:solidFill>
                  <a:schemeClr val="bg1"/>
                </a:solidFill>
                <a:latin typeface="Courier New" panose="02070309020205020404" pitchFamily="49" charset="0"/>
                <a:cs typeface="Courier New" panose="02070309020205020404" pitchFamily="49" charset="0"/>
              </a:defRPr>
            </a:lvl3pPr>
            <a:lvl4pPr>
              <a:defRPr sz="700">
                <a:solidFill>
                  <a:schemeClr val="bg1"/>
                </a:solidFill>
                <a:latin typeface="Courier New" panose="02070309020205020404" pitchFamily="49" charset="0"/>
                <a:cs typeface="Courier New" panose="02070309020205020404" pitchFamily="49" charset="0"/>
              </a:defRPr>
            </a:lvl4pPr>
            <a:lvl5pPr>
              <a:defRPr sz="700">
                <a:solidFill>
                  <a:schemeClr val="bg1"/>
                </a:solidFill>
                <a:latin typeface="Courier New" panose="02070309020205020404" pitchFamily="49" charset="0"/>
                <a:cs typeface="Courier New" panose="02070309020205020404" pitchFamily="49" charset="0"/>
              </a:defRPr>
            </a:lvl5pPr>
          </a:lstStyle>
          <a:p>
            <a:pPr lvl="0"/>
            <a:r>
              <a:rPr lang="en-US" dirty="0"/>
              <a:t>2</a:t>
            </a:r>
          </a:p>
        </p:txBody>
      </p:sp>
    </p:spTree>
    <p:extLst>
      <p:ext uri="{BB962C8B-B14F-4D97-AF65-F5344CB8AC3E}">
        <p14:creationId xmlns:p14="http://schemas.microsoft.com/office/powerpoint/2010/main" val="23236066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Google Shape;32;p18">
            <a:extLst>
              <a:ext uri="{FF2B5EF4-FFF2-40B4-BE49-F238E27FC236}">
                <a16:creationId xmlns:a16="http://schemas.microsoft.com/office/drawing/2014/main" id="{71EF74E4-7C1E-E04E-8400-60BCCA1F48D7}"/>
              </a:ext>
            </a:extLst>
          </p:cNvPr>
          <p:cNvSpPr txBox="1">
            <a:spLocks noGrp="1"/>
          </p:cNvSpPr>
          <p:nvPr>
            <p:ph type="ctrTitle" hasCustomPrompt="1"/>
          </p:nvPr>
        </p:nvSpPr>
        <p:spPr>
          <a:xfrm>
            <a:off x="6617335" y="1122363"/>
            <a:ext cx="4767930" cy="23876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6000"/>
              <a:buFont typeface="Consolas"/>
              <a:buNone/>
              <a:defRPr sz="4400" b="1" i="0" u="none" strike="noStrike" cap="none">
                <a:solidFill>
                  <a:srgbClr val="183158"/>
                </a:solidFill>
                <a:latin typeface="Arial Black" panose="020B0604020202020204" pitchFamily="34" charset="0"/>
                <a:ea typeface="Arial Black" panose="020B0604020202020204" pitchFamily="34" charset="0"/>
                <a:cs typeface="Arial Black" panose="020B0604020202020204" pitchFamily="34" charset="0"/>
                <a:sym typeface="Consola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dirty="0"/>
              <a:t>SLIDE </a:t>
            </a:r>
            <a:br>
              <a:rPr lang="en-US" dirty="0"/>
            </a:br>
            <a:r>
              <a:rPr lang="en-US" dirty="0"/>
              <a:t>TITLE HERE</a:t>
            </a:r>
            <a:endParaRPr dirty="0"/>
          </a:p>
        </p:txBody>
      </p:sp>
      <p:sp>
        <p:nvSpPr>
          <p:cNvPr id="4" name="Text Placeholder 4">
            <a:extLst>
              <a:ext uri="{FF2B5EF4-FFF2-40B4-BE49-F238E27FC236}">
                <a16:creationId xmlns:a16="http://schemas.microsoft.com/office/drawing/2014/main" id="{5BEA01B3-03D1-8F43-B30B-EDE59E8CF53B}"/>
              </a:ext>
            </a:extLst>
          </p:cNvPr>
          <p:cNvSpPr>
            <a:spLocks noGrp="1"/>
          </p:cNvSpPr>
          <p:nvPr>
            <p:ph type="body" sz="quarter" idx="13" hasCustomPrompt="1"/>
          </p:nvPr>
        </p:nvSpPr>
        <p:spPr>
          <a:xfrm>
            <a:off x="6617335" y="3617185"/>
            <a:ext cx="4799147" cy="2674018"/>
          </a:xfrm>
          <a:prstGeom prst="rect">
            <a:avLst/>
          </a:prstGeom>
        </p:spPr>
        <p:txBody>
          <a:bodyPr/>
          <a:lstStyle>
            <a:lvl1pPr marL="0" marR="0" indent="0" algn="l" defTabSz="914400" rtl="0" eaLnBrk="1" fontAlgn="auto" latinLnBrk="0" hangingPunct="1">
              <a:lnSpc>
                <a:spcPct val="140000"/>
              </a:lnSpc>
              <a:spcBef>
                <a:spcPts val="0"/>
              </a:spcBef>
              <a:spcAft>
                <a:spcPts val="0"/>
              </a:spcAft>
              <a:buClr>
                <a:schemeClr val="dk1"/>
              </a:buClr>
              <a:buSzPts val="1200"/>
              <a:buFont typeface="Arial" panose="020B0604020202020204" pitchFamily="34" charset="0"/>
              <a:buNone/>
              <a:tabLst/>
              <a:defRPr sz="1200" b="0" i="0">
                <a:solidFill>
                  <a:srgbClr val="183158"/>
                </a:solidFill>
                <a:latin typeface="Arial" panose="020B0604020202020204" pitchFamily="34" charset="0"/>
                <a:cs typeface="Arial" panose="020B0604020202020204" pitchFamily="34" charset="0"/>
              </a:defRPr>
            </a:lvl1pPr>
            <a:lvl2pPr>
              <a:defRPr b="0" i="0">
                <a:solidFill>
                  <a:srgbClr val="183158"/>
                </a:solidFill>
                <a:latin typeface="Arial" panose="020B0604020202020204" pitchFamily="34" charset="0"/>
                <a:cs typeface="Arial" panose="020B0604020202020204" pitchFamily="34" charset="0"/>
              </a:defRPr>
            </a:lvl2pPr>
            <a:lvl3pPr>
              <a:defRPr b="0" i="0">
                <a:solidFill>
                  <a:srgbClr val="183158"/>
                </a:solidFill>
                <a:latin typeface="Arial" panose="020B0604020202020204" pitchFamily="34" charset="0"/>
                <a:cs typeface="Arial" panose="020B0604020202020204" pitchFamily="34" charset="0"/>
              </a:defRPr>
            </a:lvl3pPr>
            <a:lvl4pPr>
              <a:defRPr b="0" i="0">
                <a:solidFill>
                  <a:srgbClr val="183158"/>
                </a:solidFill>
                <a:latin typeface="Arial" panose="020B0604020202020204" pitchFamily="34" charset="0"/>
                <a:cs typeface="Arial" panose="020B0604020202020204" pitchFamily="34" charset="0"/>
              </a:defRPr>
            </a:lvl4pPr>
            <a:lvl5pPr>
              <a:defRPr b="0" i="0">
                <a:solidFill>
                  <a:srgbClr val="183158"/>
                </a:solidFill>
                <a:latin typeface="Arial" panose="020B0604020202020204" pitchFamily="34" charset="0"/>
                <a:cs typeface="Arial" panose="020B0604020202020204" pitchFamily="34" charset="0"/>
              </a:defRPr>
            </a:lvl5pPr>
          </a:lstStyle>
          <a:p>
            <a:pPr marL="0" marR="0" lvl="0" indent="0" algn="l" defTabSz="914400" rtl="0" eaLnBrk="1" fontAlgn="auto" latinLnBrk="0" hangingPunct="1">
              <a:lnSpc>
                <a:spcPct val="140000"/>
              </a:lnSpc>
              <a:spcBef>
                <a:spcPts val="0"/>
              </a:spcBef>
              <a:spcAft>
                <a:spcPts val="0"/>
              </a:spcAft>
              <a:buClr>
                <a:schemeClr val="dk1"/>
              </a:buClr>
              <a:buSzPts val="1200"/>
              <a:buFont typeface="Open Sans"/>
              <a:buNone/>
              <a:tabLst/>
              <a:defRPr/>
            </a:pPr>
            <a:r>
              <a:rPr lang="en-US" sz="1400" b="0" i="0" u="none" strike="noStrike" cap="none" dirty="0">
                <a:solidFill>
                  <a:schemeClr val="dk1"/>
                </a:solidFill>
                <a:latin typeface="Open Sans"/>
                <a:ea typeface="Open Sans"/>
                <a:cs typeface="Open Sans"/>
                <a:sym typeface="Open Sans"/>
              </a:rPr>
              <a:t>Lorem ipsum dolor sit </a:t>
            </a:r>
            <a:r>
              <a:rPr lang="en-US" sz="1400" b="0" i="0" u="none" strike="noStrike" cap="none" dirty="0" err="1">
                <a:solidFill>
                  <a:schemeClr val="dk1"/>
                </a:solidFill>
                <a:latin typeface="Open Sans"/>
                <a:ea typeface="Open Sans"/>
                <a:cs typeface="Open Sans"/>
                <a:sym typeface="Open Sans"/>
              </a:rPr>
              <a:t>amet</a:t>
            </a:r>
            <a:r>
              <a:rPr lang="en-US" sz="1400" b="0" i="0" u="none" strike="noStrike" cap="none" dirty="0">
                <a:solidFill>
                  <a:schemeClr val="dk1"/>
                </a:solidFill>
                <a:latin typeface="Open Sans"/>
                <a:ea typeface="Open Sans"/>
                <a:cs typeface="Open Sans"/>
                <a:sym typeface="Open Sans"/>
              </a:rPr>
              <a:t>, </a:t>
            </a:r>
            <a:r>
              <a:rPr lang="en-US" sz="1400" b="0" i="0" u="none" strike="noStrike" cap="none" dirty="0" err="1">
                <a:solidFill>
                  <a:schemeClr val="dk1"/>
                </a:solidFill>
                <a:latin typeface="Open Sans"/>
                <a:ea typeface="Open Sans"/>
                <a:cs typeface="Open Sans"/>
                <a:sym typeface="Open Sans"/>
              </a:rPr>
              <a:t>consectetur</a:t>
            </a:r>
            <a:r>
              <a:rPr lang="en-US" sz="1400" b="0" i="0" u="none" strike="noStrike" cap="none" dirty="0">
                <a:solidFill>
                  <a:schemeClr val="dk1"/>
                </a:solidFill>
                <a:latin typeface="Open Sans"/>
                <a:ea typeface="Open Sans"/>
                <a:cs typeface="Open Sans"/>
                <a:sym typeface="Open Sans"/>
              </a:rPr>
              <a:t> </a:t>
            </a:r>
            <a:r>
              <a:rPr lang="en-US" sz="1400" b="0" i="0" u="none" strike="noStrike" cap="none" dirty="0" err="1">
                <a:solidFill>
                  <a:schemeClr val="dk1"/>
                </a:solidFill>
                <a:latin typeface="Open Sans"/>
                <a:ea typeface="Open Sans"/>
                <a:cs typeface="Open Sans"/>
                <a:sym typeface="Open Sans"/>
              </a:rPr>
              <a:t>adipiscing</a:t>
            </a:r>
            <a:r>
              <a:rPr lang="en-US" sz="1400" b="0" i="0" u="none" strike="noStrike" cap="none" dirty="0">
                <a:solidFill>
                  <a:schemeClr val="dk1"/>
                </a:solidFill>
                <a:latin typeface="Open Sans"/>
                <a:ea typeface="Open Sans"/>
                <a:cs typeface="Open Sans"/>
                <a:sym typeface="Open Sans"/>
              </a:rPr>
              <a:t> </a:t>
            </a:r>
            <a:r>
              <a:rPr lang="en-US" sz="1400" b="0" i="0" u="none" strike="noStrike" cap="none" dirty="0" err="1">
                <a:solidFill>
                  <a:schemeClr val="dk1"/>
                </a:solidFill>
                <a:latin typeface="Open Sans"/>
                <a:ea typeface="Open Sans"/>
                <a:cs typeface="Open Sans"/>
                <a:sym typeface="Open Sans"/>
              </a:rPr>
              <a:t>elit</a:t>
            </a:r>
            <a:r>
              <a:rPr lang="en-US" sz="1400" b="0" i="0" u="none" strike="noStrike" cap="none" dirty="0">
                <a:solidFill>
                  <a:schemeClr val="dk1"/>
                </a:solidFill>
                <a:latin typeface="Open Sans"/>
                <a:ea typeface="Open Sans"/>
                <a:cs typeface="Open Sans"/>
                <a:sym typeface="Open Sans"/>
              </a:rPr>
              <a:t>, sed do </a:t>
            </a:r>
            <a:r>
              <a:rPr lang="en-US" sz="1400" b="0" i="0" u="none" strike="noStrike" cap="none" dirty="0" err="1">
                <a:solidFill>
                  <a:schemeClr val="dk1"/>
                </a:solidFill>
                <a:latin typeface="Open Sans"/>
                <a:ea typeface="Open Sans"/>
                <a:cs typeface="Open Sans"/>
                <a:sym typeface="Open Sans"/>
              </a:rPr>
              <a:t>eiusmod</a:t>
            </a:r>
            <a:r>
              <a:rPr lang="en-US" sz="1400" b="0" i="0" u="none" strike="noStrike" cap="none" dirty="0">
                <a:solidFill>
                  <a:schemeClr val="dk1"/>
                </a:solidFill>
                <a:latin typeface="Open Sans"/>
                <a:ea typeface="Open Sans"/>
                <a:cs typeface="Open Sans"/>
                <a:sym typeface="Open Sans"/>
              </a:rPr>
              <a:t> </a:t>
            </a:r>
            <a:r>
              <a:rPr lang="en-US" sz="1400" b="0" i="0" u="none" strike="noStrike" cap="none" dirty="0" err="1">
                <a:solidFill>
                  <a:schemeClr val="dk1"/>
                </a:solidFill>
                <a:latin typeface="Open Sans"/>
                <a:ea typeface="Open Sans"/>
                <a:cs typeface="Open Sans"/>
                <a:sym typeface="Open Sans"/>
              </a:rPr>
              <a:t>tempor</a:t>
            </a:r>
            <a:r>
              <a:rPr lang="en-US" sz="1400" b="0" i="0" u="none" strike="noStrike" cap="none" dirty="0">
                <a:solidFill>
                  <a:schemeClr val="dk1"/>
                </a:solidFill>
                <a:latin typeface="Open Sans"/>
                <a:ea typeface="Open Sans"/>
                <a:cs typeface="Open Sans"/>
                <a:sym typeface="Open Sans"/>
              </a:rPr>
              <a:t> </a:t>
            </a:r>
            <a:r>
              <a:rPr lang="en-US" sz="1400" b="0" i="0" u="none" strike="noStrike" cap="none" dirty="0" err="1">
                <a:solidFill>
                  <a:schemeClr val="dk1"/>
                </a:solidFill>
                <a:latin typeface="Open Sans"/>
                <a:ea typeface="Open Sans"/>
                <a:cs typeface="Open Sans"/>
                <a:sym typeface="Open Sans"/>
              </a:rPr>
              <a:t>incididunt</a:t>
            </a:r>
            <a:r>
              <a:rPr lang="en-US" sz="1400" b="0" i="0" u="none" strike="noStrike" cap="none" dirty="0">
                <a:solidFill>
                  <a:schemeClr val="dk1"/>
                </a:solidFill>
                <a:latin typeface="Open Sans"/>
                <a:ea typeface="Open Sans"/>
                <a:cs typeface="Open Sans"/>
                <a:sym typeface="Open Sans"/>
              </a:rPr>
              <a:t> </a:t>
            </a:r>
            <a:r>
              <a:rPr lang="en-US" sz="1400" b="0" i="0" u="none" strike="noStrike" cap="none" dirty="0" err="1">
                <a:solidFill>
                  <a:schemeClr val="dk1"/>
                </a:solidFill>
                <a:latin typeface="Open Sans"/>
                <a:ea typeface="Open Sans"/>
                <a:cs typeface="Open Sans"/>
                <a:sym typeface="Open Sans"/>
              </a:rPr>
              <a:t>ut</a:t>
            </a:r>
            <a:r>
              <a:rPr lang="en-US" sz="1400" b="0" i="0" u="none" strike="noStrike" cap="none" dirty="0">
                <a:solidFill>
                  <a:schemeClr val="dk1"/>
                </a:solidFill>
                <a:latin typeface="Open Sans"/>
                <a:ea typeface="Open Sans"/>
                <a:cs typeface="Open Sans"/>
                <a:sym typeface="Open Sans"/>
              </a:rPr>
              <a:t> </a:t>
            </a:r>
            <a:r>
              <a:rPr lang="en-US" sz="1400" b="0" i="0" u="none" strike="noStrike" cap="none" dirty="0" err="1">
                <a:solidFill>
                  <a:schemeClr val="dk1"/>
                </a:solidFill>
                <a:latin typeface="Open Sans"/>
                <a:ea typeface="Open Sans"/>
                <a:cs typeface="Open Sans"/>
                <a:sym typeface="Open Sans"/>
              </a:rPr>
              <a:t>labore</a:t>
            </a:r>
            <a:r>
              <a:rPr lang="en-US" sz="1400" b="0" i="0" u="none" strike="noStrike" cap="none" dirty="0">
                <a:solidFill>
                  <a:schemeClr val="dk1"/>
                </a:solidFill>
                <a:latin typeface="Open Sans"/>
                <a:ea typeface="Open Sans"/>
                <a:cs typeface="Open Sans"/>
                <a:sym typeface="Open Sans"/>
              </a:rPr>
              <a:t> et dolore magna </a:t>
            </a:r>
            <a:r>
              <a:rPr lang="en-US" sz="1400" b="0" i="0" u="none" strike="noStrike" cap="none" dirty="0" err="1">
                <a:solidFill>
                  <a:schemeClr val="dk1"/>
                </a:solidFill>
                <a:latin typeface="Open Sans"/>
                <a:ea typeface="Open Sans"/>
                <a:cs typeface="Open Sans"/>
                <a:sym typeface="Open Sans"/>
              </a:rPr>
              <a:t>aliqua</a:t>
            </a:r>
            <a:r>
              <a:rPr lang="en-US" sz="1400" b="0" i="0" u="none" strike="noStrike" cap="none" dirty="0">
                <a:solidFill>
                  <a:schemeClr val="dk1"/>
                </a:solidFill>
                <a:latin typeface="Open Sans"/>
                <a:ea typeface="Open Sans"/>
                <a:cs typeface="Open Sans"/>
                <a:sym typeface="Open Sans"/>
              </a:rPr>
              <a:t>. Lorem ipsum dolor sit </a:t>
            </a:r>
            <a:r>
              <a:rPr lang="en-US" sz="1400" b="0" i="0" u="none" strike="noStrike" cap="none" dirty="0" err="1">
                <a:solidFill>
                  <a:schemeClr val="dk1"/>
                </a:solidFill>
                <a:latin typeface="Open Sans"/>
                <a:ea typeface="Open Sans"/>
                <a:cs typeface="Open Sans"/>
                <a:sym typeface="Open Sans"/>
              </a:rPr>
              <a:t>amet</a:t>
            </a:r>
            <a:r>
              <a:rPr lang="en-US" sz="1400" b="0" i="0" u="none" strike="noStrike" cap="none" dirty="0">
                <a:solidFill>
                  <a:schemeClr val="dk1"/>
                </a:solidFill>
                <a:latin typeface="Open Sans"/>
                <a:ea typeface="Open Sans"/>
                <a:cs typeface="Open Sans"/>
                <a:sym typeface="Open Sans"/>
              </a:rPr>
              <a:t>, </a:t>
            </a:r>
            <a:r>
              <a:rPr lang="en-US" sz="1400" b="0" i="0" u="none" strike="noStrike" cap="none" dirty="0" err="1">
                <a:solidFill>
                  <a:schemeClr val="dk1"/>
                </a:solidFill>
                <a:latin typeface="Open Sans"/>
                <a:ea typeface="Open Sans"/>
                <a:cs typeface="Open Sans"/>
                <a:sym typeface="Open Sans"/>
              </a:rPr>
              <a:t>consectetur</a:t>
            </a:r>
            <a:r>
              <a:rPr lang="en-US" sz="1400" b="0" i="0" u="none" strike="noStrike" cap="none" dirty="0">
                <a:solidFill>
                  <a:schemeClr val="dk1"/>
                </a:solidFill>
                <a:latin typeface="Open Sans"/>
                <a:ea typeface="Open Sans"/>
                <a:cs typeface="Open Sans"/>
                <a:sym typeface="Open Sans"/>
              </a:rPr>
              <a:t> </a:t>
            </a:r>
            <a:r>
              <a:rPr lang="en-US" sz="1400" b="0" i="0" u="none" strike="noStrike" cap="none" dirty="0" err="1">
                <a:solidFill>
                  <a:schemeClr val="dk1"/>
                </a:solidFill>
                <a:latin typeface="Open Sans"/>
                <a:ea typeface="Open Sans"/>
                <a:cs typeface="Open Sans"/>
                <a:sym typeface="Open Sans"/>
              </a:rPr>
              <a:t>adipiscing</a:t>
            </a:r>
            <a:r>
              <a:rPr lang="en-US" sz="1400" b="0" i="0" u="none" strike="noStrike" cap="none" dirty="0">
                <a:solidFill>
                  <a:schemeClr val="dk1"/>
                </a:solidFill>
                <a:latin typeface="Open Sans"/>
                <a:ea typeface="Open Sans"/>
                <a:cs typeface="Open Sans"/>
                <a:sym typeface="Open Sans"/>
              </a:rPr>
              <a:t> </a:t>
            </a:r>
            <a:r>
              <a:rPr lang="en-US" sz="1400" b="0" i="0" u="none" strike="noStrike" cap="none" dirty="0" err="1">
                <a:solidFill>
                  <a:schemeClr val="dk1"/>
                </a:solidFill>
                <a:latin typeface="Open Sans"/>
                <a:ea typeface="Open Sans"/>
                <a:cs typeface="Open Sans"/>
                <a:sym typeface="Open Sans"/>
              </a:rPr>
              <a:t>elit</a:t>
            </a:r>
            <a:r>
              <a:rPr lang="en-US" sz="1400" b="0" i="0" u="none" strike="noStrike" cap="none" dirty="0">
                <a:solidFill>
                  <a:schemeClr val="dk1"/>
                </a:solidFill>
                <a:latin typeface="Open Sans"/>
                <a:ea typeface="Open Sans"/>
                <a:cs typeface="Open Sans"/>
                <a:sym typeface="Open Sans"/>
              </a:rPr>
              <a:t>, sed do </a:t>
            </a:r>
            <a:r>
              <a:rPr lang="en-US" sz="1400" b="0" i="0" u="none" strike="noStrike" cap="none" dirty="0" err="1">
                <a:solidFill>
                  <a:schemeClr val="dk1"/>
                </a:solidFill>
                <a:latin typeface="Open Sans"/>
                <a:ea typeface="Open Sans"/>
                <a:cs typeface="Open Sans"/>
                <a:sym typeface="Open Sans"/>
              </a:rPr>
              <a:t>eiusmod</a:t>
            </a:r>
            <a:r>
              <a:rPr lang="en-US" sz="1400" b="0" i="0" u="none" strike="noStrike" cap="none" dirty="0">
                <a:solidFill>
                  <a:schemeClr val="dk1"/>
                </a:solidFill>
                <a:latin typeface="Open Sans"/>
                <a:ea typeface="Open Sans"/>
                <a:cs typeface="Open Sans"/>
                <a:sym typeface="Open Sans"/>
              </a:rPr>
              <a:t> </a:t>
            </a:r>
            <a:r>
              <a:rPr lang="en-US" sz="1400" b="0" i="0" u="none" strike="noStrike" cap="none" dirty="0" err="1">
                <a:solidFill>
                  <a:schemeClr val="dk1"/>
                </a:solidFill>
                <a:latin typeface="Open Sans"/>
                <a:ea typeface="Open Sans"/>
                <a:cs typeface="Open Sans"/>
                <a:sym typeface="Open Sans"/>
              </a:rPr>
              <a:t>tempor</a:t>
            </a:r>
            <a:r>
              <a:rPr lang="en-US" sz="1400" b="0" i="0" u="none" strike="noStrike" cap="none" dirty="0">
                <a:solidFill>
                  <a:schemeClr val="dk1"/>
                </a:solidFill>
                <a:latin typeface="Open Sans"/>
                <a:ea typeface="Open Sans"/>
                <a:cs typeface="Open Sans"/>
                <a:sym typeface="Open Sans"/>
              </a:rPr>
              <a:t> </a:t>
            </a:r>
            <a:r>
              <a:rPr lang="en-US" sz="1400" b="0" i="0" u="none" strike="noStrike" cap="none" dirty="0" err="1">
                <a:solidFill>
                  <a:schemeClr val="dk1"/>
                </a:solidFill>
                <a:latin typeface="Open Sans"/>
                <a:ea typeface="Open Sans"/>
                <a:cs typeface="Open Sans"/>
                <a:sym typeface="Open Sans"/>
              </a:rPr>
              <a:t>incididunt</a:t>
            </a:r>
            <a:r>
              <a:rPr lang="en-US" sz="1400" b="0" i="0" u="none" strike="noStrike" cap="none" dirty="0">
                <a:solidFill>
                  <a:schemeClr val="dk1"/>
                </a:solidFill>
                <a:latin typeface="Open Sans"/>
                <a:ea typeface="Open Sans"/>
                <a:cs typeface="Open Sans"/>
                <a:sym typeface="Open Sans"/>
              </a:rPr>
              <a:t> </a:t>
            </a:r>
            <a:r>
              <a:rPr lang="en-US" sz="1400" b="0" i="0" u="none" strike="noStrike" cap="none" dirty="0" err="1">
                <a:solidFill>
                  <a:schemeClr val="dk1"/>
                </a:solidFill>
                <a:latin typeface="Open Sans"/>
                <a:ea typeface="Open Sans"/>
                <a:cs typeface="Open Sans"/>
                <a:sym typeface="Open Sans"/>
              </a:rPr>
              <a:t>ut</a:t>
            </a:r>
            <a:r>
              <a:rPr lang="en-US" sz="1400" b="0" i="0" u="none" strike="noStrike" cap="none" dirty="0">
                <a:solidFill>
                  <a:schemeClr val="dk1"/>
                </a:solidFill>
                <a:latin typeface="Open Sans"/>
                <a:ea typeface="Open Sans"/>
                <a:cs typeface="Open Sans"/>
                <a:sym typeface="Open Sans"/>
              </a:rPr>
              <a:t> </a:t>
            </a:r>
            <a:r>
              <a:rPr lang="en-US" sz="1400" b="0" i="0" u="none" strike="noStrike" cap="none" dirty="0" err="1">
                <a:solidFill>
                  <a:schemeClr val="dk1"/>
                </a:solidFill>
                <a:latin typeface="Open Sans"/>
                <a:ea typeface="Open Sans"/>
                <a:cs typeface="Open Sans"/>
                <a:sym typeface="Open Sans"/>
              </a:rPr>
              <a:t>labore</a:t>
            </a:r>
            <a:r>
              <a:rPr lang="en-US" sz="1400" b="0" i="0" u="none" strike="noStrike" cap="none" dirty="0">
                <a:solidFill>
                  <a:schemeClr val="dk1"/>
                </a:solidFill>
                <a:latin typeface="Open Sans"/>
                <a:ea typeface="Open Sans"/>
                <a:cs typeface="Open Sans"/>
                <a:sym typeface="Open Sans"/>
              </a:rPr>
              <a:t> et dolore magna </a:t>
            </a:r>
            <a:r>
              <a:rPr lang="en-US" sz="1400" b="0" i="0" u="none" strike="noStrike" cap="none" dirty="0" err="1">
                <a:solidFill>
                  <a:schemeClr val="dk1"/>
                </a:solidFill>
                <a:latin typeface="Open Sans"/>
                <a:ea typeface="Open Sans"/>
                <a:cs typeface="Open Sans"/>
                <a:sym typeface="Open Sans"/>
              </a:rPr>
              <a:t>aliqua</a:t>
            </a:r>
            <a:r>
              <a:rPr lang="en-US" sz="1400" b="0" i="0" u="none" strike="noStrike" cap="none" dirty="0">
                <a:solidFill>
                  <a:schemeClr val="dk1"/>
                </a:solidFill>
                <a:latin typeface="Open Sans"/>
                <a:ea typeface="Open Sans"/>
                <a:cs typeface="Open Sans"/>
                <a:sym typeface="Open Sans"/>
              </a:rPr>
              <a:t>. </a:t>
            </a:r>
          </a:p>
          <a:p>
            <a:pPr marL="0" marR="0" lvl="0" indent="0" algn="l" rtl="0">
              <a:lnSpc>
                <a:spcPct val="140000"/>
              </a:lnSpc>
              <a:spcBef>
                <a:spcPts val="0"/>
              </a:spcBef>
              <a:spcAft>
                <a:spcPts val="0"/>
              </a:spcAft>
              <a:buClr>
                <a:schemeClr val="dk1"/>
              </a:buClr>
              <a:buSzPts val="1200"/>
              <a:buFont typeface="Open Sans"/>
              <a:buNone/>
            </a:pPr>
            <a:endParaRPr lang="en-US" sz="1400" b="0" i="0" u="none" strike="noStrike" cap="none" dirty="0">
              <a:solidFill>
                <a:schemeClr val="dk1"/>
              </a:solidFill>
              <a:latin typeface="Open Sans"/>
              <a:ea typeface="Open Sans"/>
              <a:cs typeface="Open Sans"/>
              <a:sym typeface="Open Sans"/>
            </a:endParaRPr>
          </a:p>
          <a:p>
            <a:pPr marL="285750" marR="0" lvl="0" indent="-285750" algn="l" rtl="0">
              <a:lnSpc>
                <a:spcPct val="140000"/>
              </a:lnSpc>
              <a:spcBef>
                <a:spcPts val="0"/>
              </a:spcBef>
              <a:spcAft>
                <a:spcPts val="0"/>
              </a:spcAft>
              <a:buClr>
                <a:schemeClr val="dk1"/>
              </a:buClr>
              <a:buSzPts val="1200"/>
            </a:pPr>
            <a:r>
              <a:rPr lang="en-US" sz="1400" b="0" i="0" u="none" strike="noStrike" cap="none" dirty="0">
                <a:solidFill>
                  <a:schemeClr val="dk1"/>
                </a:solidFill>
                <a:latin typeface="Open Sans"/>
                <a:ea typeface="Open Sans"/>
                <a:cs typeface="Open Sans"/>
                <a:sym typeface="Open Sans"/>
              </a:rPr>
              <a:t>Ut </a:t>
            </a:r>
            <a:r>
              <a:rPr lang="en-US" sz="1400" b="0" i="0" u="none" strike="noStrike" cap="none" dirty="0" err="1">
                <a:solidFill>
                  <a:schemeClr val="dk1"/>
                </a:solidFill>
                <a:latin typeface="Open Sans"/>
                <a:ea typeface="Open Sans"/>
                <a:cs typeface="Open Sans"/>
                <a:sym typeface="Open Sans"/>
              </a:rPr>
              <a:t>enim</a:t>
            </a:r>
            <a:r>
              <a:rPr lang="en-US" sz="1400" b="0" i="0" u="none" strike="noStrike" cap="none" dirty="0">
                <a:solidFill>
                  <a:schemeClr val="dk1"/>
                </a:solidFill>
                <a:latin typeface="Open Sans"/>
                <a:ea typeface="Open Sans"/>
                <a:cs typeface="Open Sans"/>
                <a:sym typeface="Open Sans"/>
              </a:rPr>
              <a:t> ad minim </a:t>
            </a:r>
            <a:r>
              <a:rPr lang="en-US" sz="1400" b="0" i="0" u="none" strike="noStrike" cap="none" dirty="0" err="1">
                <a:solidFill>
                  <a:schemeClr val="dk1"/>
                </a:solidFill>
                <a:latin typeface="Open Sans"/>
                <a:ea typeface="Open Sans"/>
                <a:cs typeface="Open Sans"/>
                <a:sym typeface="Open Sans"/>
              </a:rPr>
              <a:t>veniam</a:t>
            </a:r>
            <a:r>
              <a:rPr lang="en-US" sz="1400" b="0" i="0" u="none" strike="noStrike" cap="none" dirty="0">
                <a:solidFill>
                  <a:schemeClr val="dk1"/>
                </a:solidFill>
                <a:latin typeface="Open Sans"/>
                <a:ea typeface="Open Sans"/>
                <a:cs typeface="Open Sans"/>
                <a:sym typeface="Open Sans"/>
              </a:rPr>
              <a:t>, </a:t>
            </a:r>
            <a:r>
              <a:rPr lang="en-US" sz="1400" b="0" i="0" u="none" strike="noStrike" cap="none" dirty="0" err="1">
                <a:solidFill>
                  <a:schemeClr val="dk1"/>
                </a:solidFill>
                <a:latin typeface="Open Sans"/>
                <a:ea typeface="Open Sans"/>
                <a:cs typeface="Open Sans"/>
                <a:sym typeface="Open Sans"/>
              </a:rPr>
              <a:t>quis</a:t>
            </a:r>
            <a:r>
              <a:rPr lang="en-US" sz="1400" b="0" i="0" u="none" strike="noStrike" cap="none" dirty="0">
                <a:solidFill>
                  <a:schemeClr val="dk1"/>
                </a:solidFill>
                <a:latin typeface="Open Sans"/>
                <a:ea typeface="Open Sans"/>
                <a:cs typeface="Open Sans"/>
                <a:sym typeface="Open Sans"/>
              </a:rPr>
              <a:t> </a:t>
            </a:r>
            <a:r>
              <a:rPr lang="en-US" sz="1400" b="0" i="0" u="none" strike="noStrike" cap="none" dirty="0" err="1">
                <a:solidFill>
                  <a:schemeClr val="dk1"/>
                </a:solidFill>
                <a:latin typeface="Open Sans"/>
                <a:ea typeface="Open Sans"/>
                <a:cs typeface="Open Sans"/>
                <a:sym typeface="Open Sans"/>
              </a:rPr>
              <a:t>ea</a:t>
            </a:r>
            <a:r>
              <a:rPr lang="en-US" sz="1400" b="0" i="0" u="none" strike="noStrike" cap="none" dirty="0">
                <a:solidFill>
                  <a:schemeClr val="dk1"/>
                </a:solidFill>
                <a:latin typeface="Open Sans"/>
                <a:ea typeface="Open Sans"/>
                <a:cs typeface="Open Sans"/>
                <a:sym typeface="Open Sans"/>
              </a:rPr>
              <a:t> commo</a:t>
            </a:r>
            <a:r>
              <a:rPr lang="en-US" sz="1400" b="1" i="0" u="none" strike="noStrike" cap="none" dirty="0">
                <a:solidFill>
                  <a:srgbClr val="06234B"/>
                </a:solidFill>
                <a:latin typeface="Open Sans"/>
                <a:ea typeface="Open Sans"/>
                <a:cs typeface="Open Sans"/>
                <a:sym typeface="Open Sans"/>
              </a:rPr>
              <a:t>.</a:t>
            </a:r>
            <a:endParaRPr lang="en-US" sz="1400" b="0" i="0" u="none" strike="noStrike" cap="none" dirty="0">
              <a:solidFill>
                <a:schemeClr val="dk1"/>
              </a:solidFill>
              <a:latin typeface="Open Sans"/>
              <a:ea typeface="Open Sans"/>
              <a:cs typeface="Open Sans"/>
              <a:sym typeface="Open Sans"/>
            </a:endParaRPr>
          </a:p>
        </p:txBody>
      </p:sp>
      <p:sp>
        <p:nvSpPr>
          <p:cNvPr id="6" name="Picture Placeholder 5">
            <a:extLst>
              <a:ext uri="{FF2B5EF4-FFF2-40B4-BE49-F238E27FC236}">
                <a16:creationId xmlns:a16="http://schemas.microsoft.com/office/drawing/2014/main" id="{4BB67A80-9639-144C-AD59-0792954F3CD9}"/>
              </a:ext>
            </a:extLst>
          </p:cNvPr>
          <p:cNvSpPr>
            <a:spLocks noGrp="1"/>
          </p:cNvSpPr>
          <p:nvPr>
            <p:ph type="pic" sz="quarter" idx="14"/>
          </p:nvPr>
        </p:nvSpPr>
        <p:spPr>
          <a:xfrm>
            <a:off x="3064725" y="1122363"/>
            <a:ext cx="3163887" cy="5173662"/>
          </a:xfrm>
          <a:prstGeom prst="rect">
            <a:avLst/>
          </a:prstGeom>
        </p:spPr>
        <p:txBody>
          <a:bodyPr/>
          <a:lstStyle/>
          <a:p>
            <a:endParaRPr lang="en-US"/>
          </a:p>
        </p:txBody>
      </p:sp>
      <p:sp>
        <p:nvSpPr>
          <p:cNvPr id="8" name="Picture Placeholder 7">
            <a:extLst>
              <a:ext uri="{FF2B5EF4-FFF2-40B4-BE49-F238E27FC236}">
                <a16:creationId xmlns:a16="http://schemas.microsoft.com/office/drawing/2014/main" id="{0468F9CB-5A03-6F44-AB4A-28363EA59E83}"/>
              </a:ext>
            </a:extLst>
          </p:cNvPr>
          <p:cNvSpPr>
            <a:spLocks noGrp="1"/>
          </p:cNvSpPr>
          <p:nvPr>
            <p:ph type="pic" sz="quarter" idx="15"/>
          </p:nvPr>
        </p:nvSpPr>
        <p:spPr>
          <a:xfrm>
            <a:off x="325438" y="1791114"/>
            <a:ext cx="3008521" cy="1947450"/>
          </a:xfrm>
          <a:prstGeom prst="rect">
            <a:avLst/>
          </a:prstGeom>
        </p:spPr>
        <p:txBody>
          <a:bodyPr/>
          <a:lstStyle/>
          <a:p>
            <a:endParaRPr lang="en-US"/>
          </a:p>
        </p:txBody>
      </p:sp>
      <p:sp>
        <p:nvSpPr>
          <p:cNvPr id="9" name="Text Placeholder 7">
            <a:extLst>
              <a:ext uri="{FF2B5EF4-FFF2-40B4-BE49-F238E27FC236}">
                <a16:creationId xmlns:a16="http://schemas.microsoft.com/office/drawing/2014/main" id="{46F88FAA-50F2-814E-94D6-240806F325FF}"/>
              </a:ext>
            </a:extLst>
          </p:cNvPr>
          <p:cNvSpPr>
            <a:spLocks noGrp="1"/>
          </p:cNvSpPr>
          <p:nvPr>
            <p:ph type="body" sz="quarter" idx="10" hasCustomPrompt="1"/>
          </p:nvPr>
        </p:nvSpPr>
        <p:spPr>
          <a:xfrm>
            <a:off x="168275" y="168275"/>
            <a:ext cx="7183438" cy="601663"/>
          </a:xfrm>
          <a:prstGeom prst="rect">
            <a:avLst/>
          </a:prstGeom>
        </p:spPr>
        <p:txBody>
          <a:bodyPr/>
          <a:lstStyle>
            <a:lvl1pPr>
              <a:defRPr sz="1200" b="1" i="0">
                <a:solidFill>
                  <a:srgbClr val="183158"/>
                </a:solidFill>
                <a:latin typeface="Arial Black" panose="020B0604020202020204" pitchFamily="34" charset="0"/>
                <a:cs typeface="Arial Black" panose="020B0604020202020204" pitchFamily="34" charset="0"/>
              </a:defRPr>
            </a:lvl1pPr>
            <a:lvl2pPr>
              <a:defRPr sz="1200" b="1" i="0">
                <a:solidFill>
                  <a:srgbClr val="183158"/>
                </a:solidFill>
                <a:latin typeface="Arial Black" panose="020B0604020202020204" pitchFamily="34" charset="0"/>
                <a:cs typeface="Arial Black" panose="020B0604020202020204" pitchFamily="34" charset="0"/>
              </a:defRPr>
            </a:lvl2pPr>
            <a:lvl3pPr>
              <a:defRPr sz="1200" b="1" i="0">
                <a:solidFill>
                  <a:srgbClr val="183158"/>
                </a:solidFill>
                <a:latin typeface="Arial Black" panose="020B0604020202020204" pitchFamily="34" charset="0"/>
                <a:cs typeface="Arial Black" panose="020B0604020202020204" pitchFamily="34" charset="0"/>
              </a:defRPr>
            </a:lvl3pPr>
            <a:lvl4pPr>
              <a:defRPr sz="1200" b="1" i="0">
                <a:solidFill>
                  <a:srgbClr val="183158"/>
                </a:solidFill>
                <a:latin typeface="Arial Black" panose="020B0604020202020204" pitchFamily="34" charset="0"/>
                <a:cs typeface="Arial Black" panose="020B0604020202020204" pitchFamily="34" charset="0"/>
              </a:defRPr>
            </a:lvl4pPr>
            <a:lvl5pPr>
              <a:defRPr sz="1200" b="1" i="0">
                <a:solidFill>
                  <a:srgbClr val="183158"/>
                </a:solidFill>
                <a:latin typeface="Arial Black" panose="020B0604020202020204" pitchFamily="34" charset="0"/>
                <a:cs typeface="Arial Black" panose="020B0604020202020204" pitchFamily="34" charset="0"/>
              </a:defRPr>
            </a:lvl5pPr>
          </a:lstStyle>
          <a:p>
            <a:pPr lvl="0"/>
            <a:r>
              <a:rPr lang="en-US" dirty="0"/>
              <a:t>SLIDE TITLE HERE</a:t>
            </a:r>
          </a:p>
        </p:txBody>
      </p:sp>
      <p:pic>
        <p:nvPicPr>
          <p:cNvPr id="10" name="Google Shape;136;p9" descr="Shape&#10;&#10;Description automatically generated with medium confidence">
            <a:extLst>
              <a:ext uri="{FF2B5EF4-FFF2-40B4-BE49-F238E27FC236}">
                <a16:creationId xmlns:a16="http://schemas.microsoft.com/office/drawing/2014/main" id="{C9771BCA-0A17-214A-890D-B53B3593A7A5}"/>
              </a:ext>
            </a:extLst>
          </p:cNvPr>
          <p:cNvPicPr preferRelativeResize="0"/>
          <p:nvPr userDrawn="1"/>
        </p:nvPicPr>
        <p:blipFill rotWithShape="1">
          <a:blip r:embed="rId2" cstate="screen">
            <a:alphaModFix/>
            <a:extLst>
              <a:ext uri="{28A0092B-C50C-407E-A947-70E740481C1C}">
                <a14:useLocalDpi xmlns:a14="http://schemas.microsoft.com/office/drawing/2010/main"/>
              </a:ext>
            </a:extLst>
          </a:blip>
          <a:srcRect/>
          <a:stretch/>
        </p:blipFill>
        <p:spPr>
          <a:xfrm>
            <a:off x="806735" y="3617185"/>
            <a:ext cx="2546389" cy="473804"/>
          </a:xfrm>
          <a:prstGeom prst="rect">
            <a:avLst/>
          </a:prstGeom>
          <a:noFill/>
          <a:ln>
            <a:noFill/>
          </a:ln>
        </p:spPr>
      </p:pic>
      <p:pic>
        <p:nvPicPr>
          <p:cNvPr id="11" name="Google Shape;144;p9" descr="A close-up of the moon&#10;&#10;Description automatically generated with low confidence">
            <a:extLst>
              <a:ext uri="{FF2B5EF4-FFF2-40B4-BE49-F238E27FC236}">
                <a16:creationId xmlns:a16="http://schemas.microsoft.com/office/drawing/2014/main" id="{78862C9C-35D0-464B-BDC9-A0AF749356DB}"/>
              </a:ext>
            </a:extLst>
          </p:cNvPr>
          <p:cNvPicPr preferRelativeResize="0"/>
          <p:nvPr userDrawn="1"/>
        </p:nvPicPr>
        <p:blipFill rotWithShape="1">
          <a:blip r:embed="rId3" cstate="screen">
            <a:alphaModFix/>
            <a:extLst>
              <a:ext uri="{28A0092B-C50C-407E-A947-70E740481C1C}">
                <a14:useLocalDpi xmlns:a14="http://schemas.microsoft.com/office/drawing/2010/main"/>
              </a:ext>
            </a:extLst>
          </a:blip>
          <a:srcRect/>
          <a:stretch/>
        </p:blipFill>
        <p:spPr>
          <a:xfrm rot="5164995">
            <a:off x="1903816" y="4420160"/>
            <a:ext cx="2131384" cy="584679"/>
          </a:xfrm>
          <a:prstGeom prst="rect">
            <a:avLst/>
          </a:prstGeom>
          <a:noFill/>
          <a:ln>
            <a:noFill/>
          </a:ln>
        </p:spPr>
      </p:pic>
      <p:sp>
        <p:nvSpPr>
          <p:cNvPr id="12" name="Text Placeholder 7">
            <a:extLst>
              <a:ext uri="{FF2B5EF4-FFF2-40B4-BE49-F238E27FC236}">
                <a16:creationId xmlns:a16="http://schemas.microsoft.com/office/drawing/2014/main" id="{3E9A7FDC-4BE1-2345-BEB4-9845B7347899}"/>
              </a:ext>
            </a:extLst>
          </p:cNvPr>
          <p:cNvSpPr>
            <a:spLocks noGrp="1"/>
          </p:cNvSpPr>
          <p:nvPr>
            <p:ph type="body" sz="quarter" idx="17" hasCustomPrompt="1"/>
          </p:nvPr>
        </p:nvSpPr>
        <p:spPr>
          <a:xfrm>
            <a:off x="10144125" y="6546850"/>
            <a:ext cx="1943100" cy="219075"/>
          </a:xfrm>
          <a:prstGeom prst="rect">
            <a:avLst/>
          </a:prstGeom>
        </p:spPr>
        <p:txBody>
          <a:bodyPr/>
          <a:lstStyle>
            <a:lvl1pPr algn="r">
              <a:defRPr sz="700">
                <a:solidFill>
                  <a:srgbClr val="183158"/>
                </a:solidFill>
                <a:latin typeface="Courier New" panose="02070309020205020404" pitchFamily="49" charset="0"/>
                <a:cs typeface="Courier New" panose="02070309020205020404" pitchFamily="49" charset="0"/>
              </a:defRPr>
            </a:lvl1pPr>
            <a:lvl2pPr>
              <a:defRPr sz="700">
                <a:solidFill>
                  <a:schemeClr val="bg1"/>
                </a:solidFill>
                <a:latin typeface="Courier New" panose="02070309020205020404" pitchFamily="49" charset="0"/>
                <a:cs typeface="Courier New" panose="02070309020205020404" pitchFamily="49" charset="0"/>
              </a:defRPr>
            </a:lvl2pPr>
            <a:lvl3pPr>
              <a:defRPr sz="700">
                <a:solidFill>
                  <a:schemeClr val="bg1"/>
                </a:solidFill>
                <a:latin typeface="Courier New" panose="02070309020205020404" pitchFamily="49" charset="0"/>
                <a:cs typeface="Courier New" panose="02070309020205020404" pitchFamily="49" charset="0"/>
              </a:defRPr>
            </a:lvl3pPr>
            <a:lvl4pPr>
              <a:defRPr sz="700">
                <a:solidFill>
                  <a:schemeClr val="bg1"/>
                </a:solidFill>
                <a:latin typeface="Courier New" panose="02070309020205020404" pitchFamily="49" charset="0"/>
                <a:cs typeface="Courier New" panose="02070309020205020404" pitchFamily="49" charset="0"/>
              </a:defRPr>
            </a:lvl4pPr>
            <a:lvl5pPr>
              <a:defRPr sz="700">
                <a:solidFill>
                  <a:schemeClr val="bg1"/>
                </a:solidFill>
                <a:latin typeface="Courier New" panose="02070309020205020404" pitchFamily="49" charset="0"/>
                <a:cs typeface="Courier New" panose="02070309020205020404" pitchFamily="49" charset="0"/>
              </a:defRPr>
            </a:lvl5pPr>
          </a:lstStyle>
          <a:p>
            <a:pPr lvl="0"/>
            <a:r>
              <a:rPr lang="en-US" dirty="0"/>
              <a:t>2</a:t>
            </a:r>
          </a:p>
        </p:txBody>
      </p:sp>
    </p:spTree>
    <p:extLst>
      <p:ext uri="{BB962C8B-B14F-4D97-AF65-F5344CB8AC3E}">
        <p14:creationId xmlns:p14="http://schemas.microsoft.com/office/powerpoint/2010/main" val="26113182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943BF35-C0FC-2846-BD82-0719D95ADEC3}"/>
              </a:ext>
            </a:extLst>
          </p:cNvPr>
          <p:cNvSpPr>
            <a:spLocks noGrp="1"/>
          </p:cNvSpPr>
          <p:nvPr>
            <p:ph type="pic" sz="quarter" idx="10"/>
          </p:nvPr>
        </p:nvSpPr>
        <p:spPr>
          <a:xfrm>
            <a:off x="1" y="0"/>
            <a:ext cx="3714244" cy="6858000"/>
          </a:xfrm>
          <a:prstGeom prst="rect">
            <a:avLst/>
          </a:prstGeom>
        </p:spPr>
        <p:txBody>
          <a:bodyPr/>
          <a:lstStyle/>
          <a:p>
            <a:endParaRPr lang="en-US" dirty="0"/>
          </a:p>
        </p:txBody>
      </p:sp>
      <p:sp>
        <p:nvSpPr>
          <p:cNvPr id="5" name="Text Placeholder 2">
            <a:extLst>
              <a:ext uri="{FF2B5EF4-FFF2-40B4-BE49-F238E27FC236}">
                <a16:creationId xmlns:a16="http://schemas.microsoft.com/office/drawing/2014/main" id="{BB60CC85-5377-9D48-8C22-42E3D6D7AFD9}"/>
              </a:ext>
            </a:extLst>
          </p:cNvPr>
          <p:cNvSpPr>
            <a:spLocks noGrp="1"/>
          </p:cNvSpPr>
          <p:nvPr>
            <p:ph type="body" sz="quarter" idx="11" hasCustomPrompt="1"/>
          </p:nvPr>
        </p:nvSpPr>
        <p:spPr>
          <a:xfrm>
            <a:off x="4170178" y="1916657"/>
            <a:ext cx="6652981" cy="1239237"/>
          </a:xfrm>
          <a:prstGeom prst="rect">
            <a:avLst/>
          </a:prstGeom>
        </p:spPr>
        <p:txBody>
          <a:bodyPr/>
          <a:lstStyle>
            <a:lvl1pPr>
              <a:defRPr sz="4000" b="1" i="0">
                <a:solidFill>
                  <a:srgbClr val="183158"/>
                </a:solidFill>
                <a:latin typeface="Arial Black" panose="020B0604020202020204" pitchFamily="34" charset="0"/>
                <a:cs typeface="Arial Black" panose="020B0604020202020204" pitchFamily="34" charset="0"/>
              </a:defRPr>
            </a:lvl1pPr>
            <a:lvl2pPr>
              <a:defRPr sz="6600" b="1" i="0">
                <a:solidFill>
                  <a:schemeClr val="bg1"/>
                </a:solidFill>
                <a:latin typeface="Arial Black" panose="020B0604020202020204" pitchFamily="34" charset="0"/>
                <a:cs typeface="Arial Black" panose="020B0604020202020204" pitchFamily="34" charset="0"/>
              </a:defRPr>
            </a:lvl2pPr>
            <a:lvl3pPr>
              <a:defRPr sz="6600" b="1" i="0">
                <a:solidFill>
                  <a:schemeClr val="bg1"/>
                </a:solidFill>
                <a:latin typeface="Arial Black" panose="020B0604020202020204" pitchFamily="34" charset="0"/>
                <a:cs typeface="Arial Black" panose="020B0604020202020204" pitchFamily="34" charset="0"/>
              </a:defRPr>
            </a:lvl3pPr>
            <a:lvl4pPr>
              <a:defRPr sz="6600" b="1" i="0">
                <a:solidFill>
                  <a:schemeClr val="bg1"/>
                </a:solidFill>
                <a:latin typeface="Arial Black" panose="020B0604020202020204" pitchFamily="34" charset="0"/>
                <a:cs typeface="Arial Black" panose="020B0604020202020204" pitchFamily="34" charset="0"/>
              </a:defRPr>
            </a:lvl4pPr>
            <a:lvl5pPr>
              <a:defRPr sz="6600" b="1" i="0">
                <a:solidFill>
                  <a:schemeClr val="bg1"/>
                </a:solidFill>
                <a:latin typeface="Arial Black" panose="020B0604020202020204" pitchFamily="34" charset="0"/>
                <a:cs typeface="Arial Black" panose="020B0604020202020204" pitchFamily="34" charset="0"/>
              </a:defRPr>
            </a:lvl5pPr>
          </a:lstStyle>
          <a:p>
            <a:pPr lvl="0"/>
            <a:r>
              <a:rPr lang="en-US" dirty="0"/>
              <a:t>SECTION </a:t>
            </a:r>
            <a:br>
              <a:rPr lang="en-US" dirty="0"/>
            </a:br>
            <a:r>
              <a:rPr lang="en-US" dirty="0"/>
              <a:t>DIVIDER</a:t>
            </a:r>
          </a:p>
        </p:txBody>
      </p:sp>
      <p:sp>
        <p:nvSpPr>
          <p:cNvPr id="6" name="Text Placeholder 4">
            <a:extLst>
              <a:ext uri="{FF2B5EF4-FFF2-40B4-BE49-F238E27FC236}">
                <a16:creationId xmlns:a16="http://schemas.microsoft.com/office/drawing/2014/main" id="{FF9E6617-C0D2-C747-8F1A-40B56F248D6A}"/>
              </a:ext>
            </a:extLst>
          </p:cNvPr>
          <p:cNvSpPr>
            <a:spLocks noGrp="1"/>
          </p:cNvSpPr>
          <p:nvPr>
            <p:ph type="body" sz="quarter" idx="12" hasCustomPrompt="1"/>
          </p:nvPr>
        </p:nvSpPr>
        <p:spPr>
          <a:xfrm>
            <a:off x="4170178" y="1470728"/>
            <a:ext cx="6652981" cy="445929"/>
          </a:xfrm>
          <a:prstGeom prst="rect">
            <a:avLst/>
          </a:prstGeom>
        </p:spPr>
        <p:txBody>
          <a:bodyPr/>
          <a:lstStyle>
            <a:lvl1pPr>
              <a:defRPr sz="1800" b="1" i="0">
                <a:solidFill>
                  <a:srgbClr val="183158"/>
                </a:solidFill>
                <a:latin typeface="Courier New" panose="02070309020205020404" pitchFamily="49" charset="0"/>
                <a:cs typeface="Courier New" panose="02070309020205020404" pitchFamily="49" charset="0"/>
              </a:defRPr>
            </a:lvl1pPr>
            <a:lvl2pPr>
              <a:defRPr>
                <a:solidFill>
                  <a:schemeClr val="bg1"/>
                </a:solidFill>
                <a:latin typeface="Courier New" panose="02070309020205020404" pitchFamily="49" charset="0"/>
                <a:cs typeface="Courier New" panose="02070309020205020404" pitchFamily="49" charset="0"/>
              </a:defRPr>
            </a:lvl2pPr>
            <a:lvl3pPr>
              <a:defRPr b="1" i="0">
                <a:solidFill>
                  <a:schemeClr val="bg1"/>
                </a:solidFill>
                <a:latin typeface="Courier New" panose="02070309020205020404" pitchFamily="49" charset="0"/>
                <a:cs typeface="Courier New" panose="02070309020205020404" pitchFamily="49" charset="0"/>
              </a:defRPr>
            </a:lvl3pPr>
            <a:lvl4pPr>
              <a:defRPr>
                <a:solidFill>
                  <a:schemeClr val="bg1"/>
                </a:solidFill>
                <a:latin typeface="Courier New" panose="02070309020205020404" pitchFamily="49" charset="0"/>
                <a:cs typeface="Courier New" panose="02070309020205020404" pitchFamily="49" charset="0"/>
              </a:defRPr>
            </a:lvl4pPr>
            <a:lvl5pPr>
              <a:defRPr>
                <a:solidFill>
                  <a:schemeClr val="bg1"/>
                </a:solidFill>
                <a:latin typeface="Courier New" panose="02070309020205020404" pitchFamily="49" charset="0"/>
                <a:cs typeface="Courier New" panose="02070309020205020404" pitchFamily="49" charset="0"/>
              </a:defRPr>
            </a:lvl5pPr>
          </a:lstStyle>
          <a:p>
            <a:pPr lvl="0"/>
            <a:r>
              <a:rPr lang="en-US" dirty="0"/>
              <a:t>SUBHEAD HERE</a:t>
            </a:r>
          </a:p>
        </p:txBody>
      </p:sp>
      <p:pic>
        <p:nvPicPr>
          <p:cNvPr id="3" name="Picture 2">
            <a:extLst>
              <a:ext uri="{FF2B5EF4-FFF2-40B4-BE49-F238E27FC236}">
                <a16:creationId xmlns:a16="http://schemas.microsoft.com/office/drawing/2014/main" id="{E11ED13F-D44B-7F09-FC9A-5CABA8B94772}"/>
              </a:ext>
            </a:extLst>
          </p:cNvPr>
          <p:cNvPicPr>
            <a:picLocks noChangeAspect="1"/>
          </p:cNvPicPr>
          <p:nvPr userDrawn="1"/>
        </p:nvPicPr>
        <p:blipFill>
          <a:blip r:embed="rId2"/>
          <a:srcRect/>
          <a:stretch/>
        </p:blipFill>
        <p:spPr>
          <a:xfrm>
            <a:off x="9511931" y="115704"/>
            <a:ext cx="2680069" cy="747399"/>
          </a:xfrm>
          <a:prstGeom prst="rect">
            <a:avLst/>
          </a:prstGeom>
        </p:spPr>
      </p:pic>
      <p:sp>
        <p:nvSpPr>
          <p:cNvPr id="2" name="Text Placeholder 16">
            <a:extLst>
              <a:ext uri="{FF2B5EF4-FFF2-40B4-BE49-F238E27FC236}">
                <a16:creationId xmlns:a16="http://schemas.microsoft.com/office/drawing/2014/main" id="{E85344F3-A849-9E7E-92C5-E3BBCC9A8B55}"/>
              </a:ext>
            </a:extLst>
          </p:cNvPr>
          <p:cNvSpPr>
            <a:spLocks noGrp="1"/>
          </p:cNvSpPr>
          <p:nvPr>
            <p:ph type="body" sz="quarter" idx="18"/>
          </p:nvPr>
        </p:nvSpPr>
        <p:spPr>
          <a:xfrm>
            <a:off x="4170178" y="3400395"/>
            <a:ext cx="6681787" cy="1938338"/>
          </a:xfrm>
          <a:prstGeom prst="rect">
            <a:avLst/>
          </a:prstGeom>
        </p:spPr>
        <p:txBody>
          <a:bodyPr/>
          <a:lstStyle>
            <a:lvl1pPr>
              <a:defRPr sz="1800">
                <a:ln>
                  <a:noFill/>
                </a:ln>
                <a:solidFill>
                  <a:srgbClr val="183158"/>
                </a:solidFill>
              </a:defRPr>
            </a:lvl1pPr>
            <a:lvl2pPr>
              <a:defRPr sz="1800">
                <a:ln>
                  <a:noFill/>
                </a:ln>
                <a:solidFill>
                  <a:srgbClr val="183158"/>
                </a:solidFill>
              </a:defRPr>
            </a:lvl2pPr>
            <a:lvl3pPr>
              <a:defRPr sz="1800">
                <a:ln>
                  <a:noFill/>
                </a:ln>
                <a:solidFill>
                  <a:srgbClr val="183158"/>
                </a:solidFill>
              </a:defRPr>
            </a:lvl3pPr>
            <a:lvl4pPr>
              <a:defRPr sz="1800">
                <a:ln>
                  <a:noFill/>
                </a:ln>
                <a:solidFill>
                  <a:srgbClr val="183158"/>
                </a:solidFill>
              </a:defRPr>
            </a:lvl4pPr>
            <a:lvl5pPr>
              <a:defRPr sz="1800">
                <a:ln>
                  <a:noFill/>
                </a:ln>
                <a:solidFill>
                  <a:srgbClr val="183158"/>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358507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BB60CC85-5377-9D48-8C22-42E3D6D7AFD9}"/>
              </a:ext>
            </a:extLst>
          </p:cNvPr>
          <p:cNvSpPr>
            <a:spLocks noGrp="1"/>
          </p:cNvSpPr>
          <p:nvPr>
            <p:ph type="body" sz="quarter" idx="11" hasCustomPrompt="1"/>
          </p:nvPr>
        </p:nvSpPr>
        <p:spPr>
          <a:xfrm>
            <a:off x="795763" y="3874930"/>
            <a:ext cx="6652981" cy="2164924"/>
          </a:xfrm>
          <a:prstGeom prst="rect">
            <a:avLst/>
          </a:prstGeom>
        </p:spPr>
        <p:txBody>
          <a:bodyPr/>
          <a:lstStyle>
            <a:lvl1pPr>
              <a:defRPr sz="6000" b="1" i="0">
                <a:solidFill>
                  <a:srgbClr val="183158"/>
                </a:solidFill>
                <a:latin typeface="Arial Black" panose="020B0604020202020204" pitchFamily="34" charset="0"/>
                <a:cs typeface="Arial Black" panose="020B0604020202020204" pitchFamily="34" charset="0"/>
              </a:defRPr>
            </a:lvl1pPr>
            <a:lvl2pPr>
              <a:defRPr sz="6600" b="1" i="0">
                <a:solidFill>
                  <a:schemeClr val="bg1"/>
                </a:solidFill>
                <a:latin typeface="Arial Black" panose="020B0604020202020204" pitchFamily="34" charset="0"/>
                <a:cs typeface="Arial Black" panose="020B0604020202020204" pitchFamily="34" charset="0"/>
              </a:defRPr>
            </a:lvl2pPr>
            <a:lvl3pPr>
              <a:defRPr sz="6600" b="1" i="0">
                <a:solidFill>
                  <a:schemeClr val="bg1"/>
                </a:solidFill>
                <a:latin typeface="Arial Black" panose="020B0604020202020204" pitchFamily="34" charset="0"/>
                <a:cs typeface="Arial Black" panose="020B0604020202020204" pitchFamily="34" charset="0"/>
              </a:defRPr>
            </a:lvl3pPr>
            <a:lvl4pPr>
              <a:defRPr sz="6600" b="1" i="0">
                <a:solidFill>
                  <a:schemeClr val="bg1"/>
                </a:solidFill>
                <a:latin typeface="Arial Black" panose="020B0604020202020204" pitchFamily="34" charset="0"/>
                <a:cs typeface="Arial Black" panose="020B0604020202020204" pitchFamily="34" charset="0"/>
              </a:defRPr>
            </a:lvl4pPr>
            <a:lvl5pPr>
              <a:defRPr sz="6600" b="1" i="0">
                <a:solidFill>
                  <a:schemeClr val="bg1"/>
                </a:solidFill>
                <a:latin typeface="Arial Black" panose="020B0604020202020204" pitchFamily="34" charset="0"/>
                <a:cs typeface="Arial Black" panose="020B0604020202020204" pitchFamily="34" charset="0"/>
              </a:defRPr>
            </a:lvl5pPr>
          </a:lstStyle>
          <a:p>
            <a:pPr lvl="0"/>
            <a:r>
              <a:rPr lang="en-US" dirty="0"/>
              <a:t>SECTION </a:t>
            </a:r>
            <a:br>
              <a:rPr lang="en-US" dirty="0"/>
            </a:br>
            <a:r>
              <a:rPr lang="en-US" dirty="0"/>
              <a:t>DIVIDER</a:t>
            </a:r>
          </a:p>
        </p:txBody>
      </p:sp>
      <p:sp>
        <p:nvSpPr>
          <p:cNvPr id="6" name="Text Placeholder 4">
            <a:extLst>
              <a:ext uri="{FF2B5EF4-FFF2-40B4-BE49-F238E27FC236}">
                <a16:creationId xmlns:a16="http://schemas.microsoft.com/office/drawing/2014/main" id="{FF9E6617-C0D2-C747-8F1A-40B56F248D6A}"/>
              </a:ext>
            </a:extLst>
          </p:cNvPr>
          <p:cNvSpPr>
            <a:spLocks noGrp="1"/>
          </p:cNvSpPr>
          <p:nvPr>
            <p:ph type="body" sz="quarter" idx="12" hasCustomPrompt="1"/>
          </p:nvPr>
        </p:nvSpPr>
        <p:spPr>
          <a:xfrm>
            <a:off x="795763" y="3429000"/>
            <a:ext cx="6652981" cy="445929"/>
          </a:xfrm>
          <a:prstGeom prst="rect">
            <a:avLst/>
          </a:prstGeom>
        </p:spPr>
        <p:txBody>
          <a:bodyPr/>
          <a:lstStyle>
            <a:lvl1pPr>
              <a:defRPr sz="1800" b="1" i="0">
                <a:solidFill>
                  <a:srgbClr val="183158"/>
                </a:solidFill>
                <a:latin typeface="Courier New" panose="02070309020205020404" pitchFamily="49" charset="0"/>
                <a:cs typeface="Courier New" panose="02070309020205020404" pitchFamily="49" charset="0"/>
              </a:defRPr>
            </a:lvl1pPr>
            <a:lvl2pPr>
              <a:defRPr>
                <a:solidFill>
                  <a:schemeClr val="bg1"/>
                </a:solidFill>
                <a:latin typeface="Courier New" panose="02070309020205020404" pitchFamily="49" charset="0"/>
                <a:cs typeface="Courier New" panose="02070309020205020404" pitchFamily="49" charset="0"/>
              </a:defRPr>
            </a:lvl2pPr>
            <a:lvl3pPr>
              <a:defRPr b="1" i="0">
                <a:solidFill>
                  <a:schemeClr val="bg1"/>
                </a:solidFill>
                <a:latin typeface="Courier New" panose="02070309020205020404" pitchFamily="49" charset="0"/>
                <a:cs typeface="Courier New" panose="02070309020205020404" pitchFamily="49" charset="0"/>
              </a:defRPr>
            </a:lvl3pPr>
            <a:lvl4pPr>
              <a:defRPr>
                <a:solidFill>
                  <a:schemeClr val="bg1"/>
                </a:solidFill>
                <a:latin typeface="Courier New" panose="02070309020205020404" pitchFamily="49" charset="0"/>
                <a:cs typeface="Courier New" panose="02070309020205020404" pitchFamily="49" charset="0"/>
              </a:defRPr>
            </a:lvl4pPr>
            <a:lvl5pPr>
              <a:defRPr>
                <a:solidFill>
                  <a:schemeClr val="bg1"/>
                </a:solidFill>
                <a:latin typeface="Courier New" panose="02070309020205020404" pitchFamily="49" charset="0"/>
                <a:cs typeface="Courier New" panose="02070309020205020404" pitchFamily="49" charset="0"/>
              </a:defRPr>
            </a:lvl5pPr>
          </a:lstStyle>
          <a:p>
            <a:pPr lvl="0"/>
            <a:r>
              <a:rPr lang="en-US" dirty="0"/>
              <a:t>SUBHEAD HERE</a:t>
            </a:r>
          </a:p>
        </p:txBody>
      </p:sp>
      <p:pic>
        <p:nvPicPr>
          <p:cNvPr id="2" name="Picture 1">
            <a:extLst>
              <a:ext uri="{FF2B5EF4-FFF2-40B4-BE49-F238E27FC236}">
                <a16:creationId xmlns:a16="http://schemas.microsoft.com/office/drawing/2014/main" id="{944AE538-C343-074D-2BF7-074F338EFA45}"/>
              </a:ext>
            </a:extLst>
          </p:cNvPr>
          <p:cNvPicPr>
            <a:picLocks noChangeAspect="1"/>
          </p:cNvPicPr>
          <p:nvPr userDrawn="1"/>
        </p:nvPicPr>
        <p:blipFill>
          <a:blip r:embed="rId2"/>
          <a:srcRect/>
          <a:stretch/>
        </p:blipFill>
        <p:spPr>
          <a:xfrm>
            <a:off x="9511931" y="115704"/>
            <a:ext cx="2680069" cy="747399"/>
          </a:xfrm>
          <a:prstGeom prst="rect">
            <a:avLst/>
          </a:prstGeom>
        </p:spPr>
      </p:pic>
    </p:spTree>
    <p:extLst>
      <p:ext uri="{BB962C8B-B14F-4D97-AF65-F5344CB8AC3E}">
        <p14:creationId xmlns:p14="http://schemas.microsoft.com/office/powerpoint/2010/main" val="42047143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Google Shape;32;p18">
            <a:extLst>
              <a:ext uri="{FF2B5EF4-FFF2-40B4-BE49-F238E27FC236}">
                <a16:creationId xmlns:a16="http://schemas.microsoft.com/office/drawing/2014/main" id="{71EF74E4-7C1E-E04E-8400-60BCCA1F48D7}"/>
              </a:ext>
            </a:extLst>
          </p:cNvPr>
          <p:cNvSpPr txBox="1">
            <a:spLocks noGrp="1"/>
          </p:cNvSpPr>
          <p:nvPr>
            <p:ph type="ctrTitle" hasCustomPrompt="1"/>
          </p:nvPr>
        </p:nvSpPr>
        <p:spPr>
          <a:xfrm>
            <a:off x="6617335" y="1122363"/>
            <a:ext cx="4767930" cy="23876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6000"/>
              <a:buFont typeface="Consolas"/>
              <a:buNone/>
              <a:defRPr sz="4400" b="1" i="0" u="none" strike="noStrike" cap="none">
                <a:solidFill>
                  <a:srgbClr val="183158"/>
                </a:solidFill>
                <a:latin typeface="Arial Black" panose="020B0604020202020204" pitchFamily="34" charset="0"/>
                <a:ea typeface="Arial Black" panose="020B0604020202020204" pitchFamily="34" charset="0"/>
                <a:cs typeface="Arial Black" panose="020B0604020202020204" pitchFamily="34" charset="0"/>
                <a:sym typeface="Consola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dirty="0"/>
              <a:t>SLIDE </a:t>
            </a:r>
            <a:br>
              <a:rPr lang="en-US" dirty="0"/>
            </a:br>
            <a:r>
              <a:rPr lang="en-US" dirty="0"/>
              <a:t>TITLE HERE</a:t>
            </a:r>
            <a:endParaRPr dirty="0"/>
          </a:p>
        </p:txBody>
      </p:sp>
      <p:sp>
        <p:nvSpPr>
          <p:cNvPr id="4" name="Text Placeholder 4">
            <a:extLst>
              <a:ext uri="{FF2B5EF4-FFF2-40B4-BE49-F238E27FC236}">
                <a16:creationId xmlns:a16="http://schemas.microsoft.com/office/drawing/2014/main" id="{5BEA01B3-03D1-8F43-B30B-EDE59E8CF53B}"/>
              </a:ext>
            </a:extLst>
          </p:cNvPr>
          <p:cNvSpPr>
            <a:spLocks noGrp="1"/>
          </p:cNvSpPr>
          <p:nvPr>
            <p:ph type="body" sz="quarter" idx="13" hasCustomPrompt="1"/>
          </p:nvPr>
        </p:nvSpPr>
        <p:spPr>
          <a:xfrm>
            <a:off x="6617335" y="3617185"/>
            <a:ext cx="4799147" cy="2674018"/>
          </a:xfrm>
          <a:prstGeom prst="rect">
            <a:avLst/>
          </a:prstGeom>
        </p:spPr>
        <p:txBody>
          <a:bodyPr/>
          <a:lstStyle>
            <a:lvl1pPr marL="0" marR="0" indent="0" algn="l" defTabSz="914400" rtl="0" eaLnBrk="1" fontAlgn="auto" latinLnBrk="0" hangingPunct="1">
              <a:lnSpc>
                <a:spcPct val="140000"/>
              </a:lnSpc>
              <a:spcBef>
                <a:spcPts val="0"/>
              </a:spcBef>
              <a:spcAft>
                <a:spcPts val="0"/>
              </a:spcAft>
              <a:buClr>
                <a:schemeClr val="dk1"/>
              </a:buClr>
              <a:buSzPts val="1200"/>
              <a:buFont typeface="Arial" panose="020B0604020202020204" pitchFamily="34" charset="0"/>
              <a:buNone/>
              <a:tabLst/>
              <a:defRPr sz="1200" b="0" i="0">
                <a:solidFill>
                  <a:srgbClr val="183158"/>
                </a:solidFill>
                <a:latin typeface="Arial" panose="020B0604020202020204" pitchFamily="34" charset="0"/>
                <a:cs typeface="Arial" panose="020B0604020202020204" pitchFamily="34" charset="0"/>
              </a:defRPr>
            </a:lvl1pPr>
            <a:lvl2pPr>
              <a:defRPr b="0" i="0">
                <a:solidFill>
                  <a:srgbClr val="183158"/>
                </a:solidFill>
                <a:latin typeface="Arial" panose="020B0604020202020204" pitchFamily="34" charset="0"/>
                <a:cs typeface="Arial" panose="020B0604020202020204" pitchFamily="34" charset="0"/>
              </a:defRPr>
            </a:lvl2pPr>
            <a:lvl3pPr>
              <a:defRPr b="0" i="0">
                <a:solidFill>
                  <a:srgbClr val="183158"/>
                </a:solidFill>
                <a:latin typeface="Arial" panose="020B0604020202020204" pitchFamily="34" charset="0"/>
                <a:cs typeface="Arial" panose="020B0604020202020204" pitchFamily="34" charset="0"/>
              </a:defRPr>
            </a:lvl3pPr>
            <a:lvl4pPr>
              <a:defRPr b="0" i="0">
                <a:solidFill>
                  <a:srgbClr val="183158"/>
                </a:solidFill>
                <a:latin typeface="Arial" panose="020B0604020202020204" pitchFamily="34" charset="0"/>
                <a:cs typeface="Arial" panose="020B0604020202020204" pitchFamily="34" charset="0"/>
              </a:defRPr>
            </a:lvl4pPr>
            <a:lvl5pPr>
              <a:defRPr b="0" i="0">
                <a:solidFill>
                  <a:srgbClr val="183158"/>
                </a:solidFill>
                <a:latin typeface="Arial" panose="020B0604020202020204" pitchFamily="34" charset="0"/>
                <a:cs typeface="Arial" panose="020B0604020202020204" pitchFamily="34" charset="0"/>
              </a:defRPr>
            </a:lvl5pPr>
          </a:lstStyle>
          <a:p>
            <a:pPr marL="0" marR="0" lvl="0" indent="0" algn="l" defTabSz="914400" rtl="0" eaLnBrk="1" fontAlgn="auto" latinLnBrk="0" hangingPunct="1">
              <a:lnSpc>
                <a:spcPct val="140000"/>
              </a:lnSpc>
              <a:spcBef>
                <a:spcPts val="0"/>
              </a:spcBef>
              <a:spcAft>
                <a:spcPts val="0"/>
              </a:spcAft>
              <a:buClr>
                <a:schemeClr val="dk1"/>
              </a:buClr>
              <a:buSzPts val="1200"/>
              <a:buFont typeface="Open Sans"/>
              <a:buNone/>
              <a:tabLst/>
              <a:defRPr/>
            </a:pPr>
            <a:r>
              <a:rPr lang="en-US" sz="1400" b="0" i="0" u="none" strike="noStrike" cap="none" dirty="0">
                <a:solidFill>
                  <a:schemeClr val="dk1"/>
                </a:solidFill>
                <a:latin typeface="Open Sans"/>
                <a:ea typeface="Open Sans"/>
                <a:cs typeface="Open Sans"/>
                <a:sym typeface="Open Sans"/>
              </a:rPr>
              <a:t>Lorem ipsum dolor sit </a:t>
            </a:r>
            <a:r>
              <a:rPr lang="en-US" sz="1400" b="0" i="0" u="none" strike="noStrike" cap="none" dirty="0" err="1">
                <a:solidFill>
                  <a:schemeClr val="dk1"/>
                </a:solidFill>
                <a:latin typeface="Open Sans"/>
                <a:ea typeface="Open Sans"/>
                <a:cs typeface="Open Sans"/>
                <a:sym typeface="Open Sans"/>
              </a:rPr>
              <a:t>amet</a:t>
            </a:r>
            <a:r>
              <a:rPr lang="en-US" sz="1400" b="0" i="0" u="none" strike="noStrike" cap="none" dirty="0">
                <a:solidFill>
                  <a:schemeClr val="dk1"/>
                </a:solidFill>
                <a:latin typeface="Open Sans"/>
                <a:ea typeface="Open Sans"/>
                <a:cs typeface="Open Sans"/>
                <a:sym typeface="Open Sans"/>
              </a:rPr>
              <a:t>, </a:t>
            </a:r>
            <a:r>
              <a:rPr lang="en-US" sz="1400" b="0" i="0" u="none" strike="noStrike" cap="none" dirty="0" err="1">
                <a:solidFill>
                  <a:schemeClr val="dk1"/>
                </a:solidFill>
                <a:latin typeface="Open Sans"/>
                <a:ea typeface="Open Sans"/>
                <a:cs typeface="Open Sans"/>
                <a:sym typeface="Open Sans"/>
              </a:rPr>
              <a:t>consectetur</a:t>
            </a:r>
            <a:r>
              <a:rPr lang="en-US" sz="1400" b="0" i="0" u="none" strike="noStrike" cap="none" dirty="0">
                <a:solidFill>
                  <a:schemeClr val="dk1"/>
                </a:solidFill>
                <a:latin typeface="Open Sans"/>
                <a:ea typeface="Open Sans"/>
                <a:cs typeface="Open Sans"/>
                <a:sym typeface="Open Sans"/>
              </a:rPr>
              <a:t> </a:t>
            </a:r>
            <a:r>
              <a:rPr lang="en-US" sz="1400" b="0" i="0" u="none" strike="noStrike" cap="none" dirty="0" err="1">
                <a:solidFill>
                  <a:schemeClr val="dk1"/>
                </a:solidFill>
                <a:latin typeface="Open Sans"/>
                <a:ea typeface="Open Sans"/>
                <a:cs typeface="Open Sans"/>
                <a:sym typeface="Open Sans"/>
              </a:rPr>
              <a:t>adipiscing</a:t>
            </a:r>
            <a:r>
              <a:rPr lang="en-US" sz="1400" b="0" i="0" u="none" strike="noStrike" cap="none" dirty="0">
                <a:solidFill>
                  <a:schemeClr val="dk1"/>
                </a:solidFill>
                <a:latin typeface="Open Sans"/>
                <a:ea typeface="Open Sans"/>
                <a:cs typeface="Open Sans"/>
                <a:sym typeface="Open Sans"/>
              </a:rPr>
              <a:t> </a:t>
            </a:r>
            <a:r>
              <a:rPr lang="en-US" sz="1400" b="0" i="0" u="none" strike="noStrike" cap="none" dirty="0" err="1">
                <a:solidFill>
                  <a:schemeClr val="dk1"/>
                </a:solidFill>
                <a:latin typeface="Open Sans"/>
                <a:ea typeface="Open Sans"/>
                <a:cs typeface="Open Sans"/>
                <a:sym typeface="Open Sans"/>
              </a:rPr>
              <a:t>elit</a:t>
            </a:r>
            <a:r>
              <a:rPr lang="en-US" sz="1400" b="0" i="0" u="none" strike="noStrike" cap="none" dirty="0">
                <a:solidFill>
                  <a:schemeClr val="dk1"/>
                </a:solidFill>
                <a:latin typeface="Open Sans"/>
                <a:ea typeface="Open Sans"/>
                <a:cs typeface="Open Sans"/>
                <a:sym typeface="Open Sans"/>
              </a:rPr>
              <a:t>, sed do </a:t>
            </a:r>
            <a:r>
              <a:rPr lang="en-US" sz="1400" b="0" i="0" u="none" strike="noStrike" cap="none" dirty="0" err="1">
                <a:solidFill>
                  <a:schemeClr val="dk1"/>
                </a:solidFill>
                <a:latin typeface="Open Sans"/>
                <a:ea typeface="Open Sans"/>
                <a:cs typeface="Open Sans"/>
                <a:sym typeface="Open Sans"/>
              </a:rPr>
              <a:t>eiusmod</a:t>
            </a:r>
            <a:r>
              <a:rPr lang="en-US" sz="1400" b="0" i="0" u="none" strike="noStrike" cap="none" dirty="0">
                <a:solidFill>
                  <a:schemeClr val="dk1"/>
                </a:solidFill>
                <a:latin typeface="Open Sans"/>
                <a:ea typeface="Open Sans"/>
                <a:cs typeface="Open Sans"/>
                <a:sym typeface="Open Sans"/>
              </a:rPr>
              <a:t> </a:t>
            </a:r>
            <a:r>
              <a:rPr lang="en-US" sz="1400" b="0" i="0" u="none" strike="noStrike" cap="none" dirty="0" err="1">
                <a:solidFill>
                  <a:schemeClr val="dk1"/>
                </a:solidFill>
                <a:latin typeface="Open Sans"/>
                <a:ea typeface="Open Sans"/>
                <a:cs typeface="Open Sans"/>
                <a:sym typeface="Open Sans"/>
              </a:rPr>
              <a:t>tempor</a:t>
            </a:r>
            <a:r>
              <a:rPr lang="en-US" sz="1400" b="0" i="0" u="none" strike="noStrike" cap="none" dirty="0">
                <a:solidFill>
                  <a:schemeClr val="dk1"/>
                </a:solidFill>
                <a:latin typeface="Open Sans"/>
                <a:ea typeface="Open Sans"/>
                <a:cs typeface="Open Sans"/>
                <a:sym typeface="Open Sans"/>
              </a:rPr>
              <a:t> </a:t>
            </a:r>
            <a:r>
              <a:rPr lang="en-US" sz="1400" b="0" i="0" u="none" strike="noStrike" cap="none" dirty="0" err="1">
                <a:solidFill>
                  <a:schemeClr val="dk1"/>
                </a:solidFill>
                <a:latin typeface="Open Sans"/>
                <a:ea typeface="Open Sans"/>
                <a:cs typeface="Open Sans"/>
                <a:sym typeface="Open Sans"/>
              </a:rPr>
              <a:t>incididunt</a:t>
            </a:r>
            <a:r>
              <a:rPr lang="en-US" sz="1400" b="0" i="0" u="none" strike="noStrike" cap="none" dirty="0">
                <a:solidFill>
                  <a:schemeClr val="dk1"/>
                </a:solidFill>
                <a:latin typeface="Open Sans"/>
                <a:ea typeface="Open Sans"/>
                <a:cs typeface="Open Sans"/>
                <a:sym typeface="Open Sans"/>
              </a:rPr>
              <a:t> </a:t>
            </a:r>
            <a:r>
              <a:rPr lang="en-US" sz="1400" b="0" i="0" u="none" strike="noStrike" cap="none" dirty="0" err="1">
                <a:solidFill>
                  <a:schemeClr val="dk1"/>
                </a:solidFill>
                <a:latin typeface="Open Sans"/>
                <a:ea typeface="Open Sans"/>
                <a:cs typeface="Open Sans"/>
                <a:sym typeface="Open Sans"/>
              </a:rPr>
              <a:t>ut</a:t>
            </a:r>
            <a:r>
              <a:rPr lang="en-US" sz="1400" b="0" i="0" u="none" strike="noStrike" cap="none" dirty="0">
                <a:solidFill>
                  <a:schemeClr val="dk1"/>
                </a:solidFill>
                <a:latin typeface="Open Sans"/>
                <a:ea typeface="Open Sans"/>
                <a:cs typeface="Open Sans"/>
                <a:sym typeface="Open Sans"/>
              </a:rPr>
              <a:t> </a:t>
            </a:r>
            <a:r>
              <a:rPr lang="en-US" sz="1400" b="0" i="0" u="none" strike="noStrike" cap="none" dirty="0" err="1">
                <a:solidFill>
                  <a:schemeClr val="dk1"/>
                </a:solidFill>
                <a:latin typeface="Open Sans"/>
                <a:ea typeface="Open Sans"/>
                <a:cs typeface="Open Sans"/>
                <a:sym typeface="Open Sans"/>
              </a:rPr>
              <a:t>labore</a:t>
            </a:r>
            <a:r>
              <a:rPr lang="en-US" sz="1400" b="0" i="0" u="none" strike="noStrike" cap="none" dirty="0">
                <a:solidFill>
                  <a:schemeClr val="dk1"/>
                </a:solidFill>
                <a:latin typeface="Open Sans"/>
                <a:ea typeface="Open Sans"/>
                <a:cs typeface="Open Sans"/>
                <a:sym typeface="Open Sans"/>
              </a:rPr>
              <a:t> et dolore magna </a:t>
            </a:r>
            <a:r>
              <a:rPr lang="en-US" sz="1400" b="0" i="0" u="none" strike="noStrike" cap="none" dirty="0" err="1">
                <a:solidFill>
                  <a:schemeClr val="dk1"/>
                </a:solidFill>
                <a:latin typeface="Open Sans"/>
                <a:ea typeface="Open Sans"/>
                <a:cs typeface="Open Sans"/>
                <a:sym typeface="Open Sans"/>
              </a:rPr>
              <a:t>aliqua</a:t>
            </a:r>
            <a:r>
              <a:rPr lang="en-US" sz="1400" b="0" i="0" u="none" strike="noStrike" cap="none" dirty="0">
                <a:solidFill>
                  <a:schemeClr val="dk1"/>
                </a:solidFill>
                <a:latin typeface="Open Sans"/>
                <a:ea typeface="Open Sans"/>
                <a:cs typeface="Open Sans"/>
                <a:sym typeface="Open Sans"/>
              </a:rPr>
              <a:t>. Lorem ipsum dolor sit </a:t>
            </a:r>
            <a:r>
              <a:rPr lang="en-US" sz="1400" b="0" i="0" u="none" strike="noStrike" cap="none" dirty="0" err="1">
                <a:solidFill>
                  <a:schemeClr val="dk1"/>
                </a:solidFill>
                <a:latin typeface="Open Sans"/>
                <a:ea typeface="Open Sans"/>
                <a:cs typeface="Open Sans"/>
                <a:sym typeface="Open Sans"/>
              </a:rPr>
              <a:t>amet</a:t>
            </a:r>
            <a:r>
              <a:rPr lang="en-US" sz="1400" b="0" i="0" u="none" strike="noStrike" cap="none" dirty="0">
                <a:solidFill>
                  <a:schemeClr val="dk1"/>
                </a:solidFill>
                <a:latin typeface="Open Sans"/>
                <a:ea typeface="Open Sans"/>
                <a:cs typeface="Open Sans"/>
                <a:sym typeface="Open Sans"/>
              </a:rPr>
              <a:t>, </a:t>
            </a:r>
            <a:r>
              <a:rPr lang="en-US" sz="1400" b="0" i="0" u="none" strike="noStrike" cap="none" dirty="0" err="1">
                <a:solidFill>
                  <a:schemeClr val="dk1"/>
                </a:solidFill>
                <a:latin typeface="Open Sans"/>
                <a:ea typeface="Open Sans"/>
                <a:cs typeface="Open Sans"/>
                <a:sym typeface="Open Sans"/>
              </a:rPr>
              <a:t>consectetur</a:t>
            </a:r>
            <a:r>
              <a:rPr lang="en-US" sz="1400" b="0" i="0" u="none" strike="noStrike" cap="none" dirty="0">
                <a:solidFill>
                  <a:schemeClr val="dk1"/>
                </a:solidFill>
                <a:latin typeface="Open Sans"/>
                <a:ea typeface="Open Sans"/>
                <a:cs typeface="Open Sans"/>
                <a:sym typeface="Open Sans"/>
              </a:rPr>
              <a:t> </a:t>
            </a:r>
            <a:r>
              <a:rPr lang="en-US" sz="1400" b="0" i="0" u="none" strike="noStrike" cap="none" dirty="0" err="1">
                <a:solidFill>
                  <a:schemeClr val="dk1"/>
                </a:solidFill>
                <a:latin typeface="Open Sans"/>
                <a:ea typeface="Open Sans"/>
                <a:cs typeface="Open Sans"/>
                <a:sym typeface="Open Sans"/>
              </a:rPr>
              <a:t>adipiscing</a:t>
            </a:r>
            <a:r>
              <a:rPr lang="en-US" sz="1400" b="0" i="0" u="none" strike="noStrike" cap="none" dirty="0">
                <a:solidFill>
                  <a:schemeClr val="dk1"/>
                </a:solidFill>
                <a:latin typeface="Open Sans"/>
                <a:ea typeface="Open Sans"/>
                <a:cs typeface="Open Sans"/>
                <a:sym typeface="Open Sans"/>
              </a:rPr>
              <a:t> </a:t>
            </a:r>
            <a:r>
              <a:rPr lang="en-US" sz="1400" b="0" i="0" u="none" strike="noStrike" cap="none" dirty="0" err="1">
                <a:solidFill>
                  <a:schemeClr val="dk1"/>
                </a:solidFill>
                <a:latin typeface="Open Sans"/>
                <a:ea typeface="Open Sans"/>
                <a:cs typeface="Open Sans"/>
                <a:sym typeface="Open Sans"/>
              </a:rPr>
              <a:t>elit</a:t>
            </a:r>
            <a:r>
              <a:rPr lang="en-US" sz="1400" b="0" i="0" u="none" strike="noStrike" cap="none" dirty="0">
                <a:solidFill>
                  <a:schemeClr val="dk1"/>
                </a:solidFill>
                <a:latin typeface="Open Sans"/>
                <a:ea typeface="Open Sans"/>
                <a:cs typeface="Open Sans"/>
                <a:sym typeface="Open Sans"/>
              </a:rPr>
              <a:t>, sed do </a:t>
            </a:r>
            <a:r>
              <a:rPr lang="en-US" sz="1400" b="0" i="0" u="none" strike="noStrike" cap="none" dirty="0" err="1">
                <a:solidFill>
                  <a:schemeClr val="dk1"/>
                </a:solidFill>
                <a:latin typeface="Open Sans"/>
                <a:ea typeface="Open Sans"/>
                <a:cs typeface="Open Sans"/>
                <a:sym typeface="Open Sans"/>
              </a:rPr>
              <a:t>eiusmod</a:t>
            </a:r>
            <a:r>
              <a:rPr lang="en-US" sz="1400" b="0" i="0" u="none" strike="noStrike" cap="none" dirty="0">
                <a:solidFill>
                  <a:schemeClr val="dk1"/>
                </a:solidFill>
                <a:latin typeface="Open Sans"/>
                <a:ea typeface="Open Sans"/>
                <a:cs typeface="Open Sans"/>
                <a:sym typeface="Open Sans"/>
              </a:rPr>
              <a:t> </a:t>
            </a:r>
            <a:r>
              <a:rPr lang="en-US" sz="1400" b="0" i="0" u="none" strike="noStrike" cap="none" dirty="0" err="1">
                <a:solidFill>
                  <a:schemeClr val="dk1"/>
                </a:solidFill>
                <a:latin typeface="Open Sans"/>
                <a:ea typeface="Open Sans"/>
                <a:cs typeface="Open Sans"/>
                <a:sym typeface="Open Sans"/>
              </a:rPr>
              <a:t>tempor</a:t>
            </a:r>
            <a:r>
              <a:rPr lang="en-US" sz="1400" b="0" i="0" u="none" strike="noStrike" cap="none" dirty="0">
                <a:solidFill>
                  <a:schemeClr val="dk1"/>
                </a:solidFill>
                <a:latin typeface="Open Sans"/>
                <a:ea typeface="Open Sans"/>
                <a:cs typeface="Open Sans"/>
                <a:sym typeface="Open Sans"/>
              </a:rPr>
              <a:t> </a:t>
            </a:r>
            <a:r>
              <a:rPr lang="en-US" sz="1400" b="0" i="0" u="none" strike="noStrike" cap="none" dirty="0" err="1">
                <a:solidFill>
                  <a:schemeClr val="dk1"/>
                </a:solidFill>
                <a:latin typeface="Open Sans"/>
                <a:ea typeface="Open Sans"/>
                <a:cs typeface="Open Sans"/>
                <a:sym typeface="Open Sans"/>
              </a:rPr>
              <a:t>incididunt</a:t>
            </a:r>
            <a:r>
              <a:rPr lang="en-US" sz="1400" b="0" i="0" u="none" strike="noStrike" cap="none" dirty="0">
                <a:solidFill>
                  <a:schemeClr val="dk1"/>
                </a:solidFill>
                <a:latin typeface="Open Sans"/>
                <a:ea typeface="Open Sans"/>
                <a:cs typeface="Open Sans"/>
                <a:sym typeface="Open Sans"/>
              </a:rPr>
              <a:t> </a:t>
            </a:r>
            <a:r>
              <a:rPr lang="en-US" sz="1400" b="0" i="0" u="none" strike="noStrike" cap="none" dirty="0" err="1">
                <a:solidFill>
                  <a:schemeClr val="dk1"/>
                </a:solidFill>
                <a:latin typeface="Open Sans"/>
                <a:ea typeface="Open Sans"/>
                <a:cs typeface="Open Sans"/>
                <a:sym typeface="Open Sans"/>
              </a:rPr>
              <a:t>ut</a:t>
            </a:r>
            <a:r>
              <a:rPr lang="en-US" sz="1400" b="0" i="0" u="none" strike="noStrike" cap="none" dirty="0">
                <a:solidFill>
                  <a:schemeClr val="dk1"/>
                </a:solidFill>
                <a:latin typeface="Open Sans"/>
                <a:ea typeface="Open Sans"/>
                <a:cs typeface="Open Sans"/>
                <a:sym typeface="Open Sans"/>
              </a:rPr>
              <a:t> </a:t>
            </a:r>
            <a:r>
              <a:rPr lang="en-US" sz="1400" b="0" i="0" u="none" strike="noStrike" cap="none" dirty="0" err="1">
                <a:solidFill>
                  <a:schemeClr val="dk1"/>
                </a:solidFill>
                <a:latin typeface="Open Sans"/>
                <a:ea typeface="Open Sans"/>
                <a:cs typeface="Open Sans"/>
                <a:sym typeface="Open Sans"/>
              </a:rPr>
              <a:t>labore</a:t>
            </a:r>
            <a:r>
              <a:rPr lang="en-US" sz="1400" b="0" i="0" u="none" strike="noStrike" cap="none" dirty="0">
                <a:solidFill>
                  <a:schemeClr val="dk1"/>
                </a:solidFill>
                <a:latin typeface="Open Sans"/>
                <a:ea typeface="Open Sans"/>
                <a:cs typeface="Open Sans"/>
                <a:sym typeface="Open Sans"/>
              </a:rPr>
              <a:t> et dolore magna </a:t>
            </a:r>
            <a:r>
              <a:rPr lang="en-US" sz="1400" b="0" i="0" u="none" strike="noStrike" cap="none" dirty="0" err="1">
                <a:solidFill>
                  <a:schemeClr val="dk1"/>
                </a:solidFill>
                <a:latin typeface="Open Sans"/>
                <a:ea typeface="Open Sans"/>
                <a:cs typeface="Open Sans"/>
                <a:sym typeface="Open Sans"/>
              </a:rPr>
              <a:t>aliqua</a:t>
            </a:r>
            <a:r>
              <a:rPr lang="en-US" sz="1400" b="0" i="0" u="none" strike="noStrike" cap="none" dirty="0">
                <a:solidFill>
                  <a:schemeClr val="dk1"/>
                </a:solidFill>
                <a:latin typeface="Open Sans"/>
                <a:ea typeface="Open Sans"/>
                <a:cs typeface="Open Sans"/>
                <a:sym typeface="Open Sans"/>
              </a:rPr>
              <a:t>. </a:t>
            </a:r>
          </a:p>
          <a:p>
            <a:pPr marL="0" marR="0" lvl="0" indent="0" algn="l" rtl="0">
              <a:lnSpc>
                <a:spcPct val="140000"/>
              </a:lnSpc>
              <a:spcBef>
                <a:spcPts val="0"/>
              </a:spcBef>
              <a:spcAft>
                <a:spcPts val="0"/>
              </a:spcAft>
              <a:buClr>
                <a:schemeClr val="dk1"/>
              </a:buClr>
              <a:buSzPts val="1200"/>
              <a:buFont typeface="Open Sans"/>
              <a:buNone/>
            </a:pPr>
            <a:endParaRPr lang="en-US" sz="1400" b="0" i="0" u="none" strike="noStrike" cap="none" dirty="0">
              <a:solidFill>
                <a:schemeClr val="dk1"/>
              </a:solidFill>
              <a:latin typeface="Open Sans"/>
              <a:ea typeface="Open Sans"/>
              <a:cs typeface="Open Sans"/>
              <a:sym typeface="Open Sans"/>
            </a:endParaRPr>
          </a:p>
          <a:p>
            <a:pPr marL="285750" marR="0" lvl="0" indent="-285750" algn="l" rtl="0">
              <a:lnSpc>
                <a:spcPct val="140000"/>
              </a:lnSpc>
              <a:spcBef>
                <a:spcPts val="0"/>
              </a:spcBef>
              <a:spcAft>
                <a:spcPts val="0"/>
              </a:spcAft>
              <a:buClr>
                <a:schemeClr val="dk1"/>
              </a:buClr>
              <a:buSzPts val="1200"/>
            </a:pPr>
            <a:r>
              <a:rPr lang="en-US" sz="1400" b="0" i="0" u="none" strike="noStrike" cap="none" dirty="0">
                <a:solidFill>
                  <a:schemeClr val="dk1"/>
                </a:solidFill>
                <a:latin typeface="Open Sans"/>
                <a:ea typeface="Open Sans"/>
                <a:cs typeface="Open Sans"/>
                <a:sym typeface="Open Sans"/>
              </a:rPr>
              <a:t>Ut </a:t>
            </a:r>
            <a:r>
              <a:rPr lang="en-US" sz="1400" b="0" i="0" u="none" strike="noStrike" cap="none" dirty="0" err="1">
                <a:solidFill>
                  <a:schemeClr val="dk1"/>
                </a:solidFill>
                <a:latin typeface="Open Sans"/>
                <a:ea typeface="Open Sans"/>
                <a:cs typeface="Open Sans"/>
                <a:sym typeface="Open Sans"/>
              </a:rPr>
              <a:t>enim</a:t>
            </a:r>
            <a:r>
              <a:rPr lang="en-US" sz="1400" b="0" i="0" u="none" strike="noStrike" cap="none" dirty="0">
                <a:solidFill>
                  <a:schemeClr val="dk1"/>
                </a:solidFill>
                <a:latin typeface="Open Sans"/>
                <a:ea typeface="Open Sans"/>
                <a:cs typeface="Open Sans"/>
                <a:sym typeface="Open Sans"/>
              </a:rPr>
              <a:t> ad minim </a:t>
            </a:r>
            <a:r>
              <a:rPr lang="en-US" sz="1400" b="0" i="0" u="none" strike="noStrike" cap="none" dirty="0" err="1">
                <a:solidFill>
                  <a:schemeClr val="dk1"/>
                </a:solidFill>
                <a:latin typeface="Open Sans"/>
                <a:ea typeface="Open Sans"/>
                <a:cs typeface="Open Sans"/>
                <a:sym typeface="Open Sans"/>
              </a:rPr>
              <a:t>veniam</a:t>
            </a:r>
            <a:r>
              <a:rPr lang="en-US" sz="1400" b="0" i="0" u="none" strike="noStrike" cap="none" dirty="0">
                <a:solidFill>
                  <a:schemeClr val="dk1"/>
                </a:solidFill>
                <a:latin typeface="Open Sans"/>
                <a:ea typeface="Open Sans"/>
                <a:cs typeface="Open Sans"/>
                <a:sym typeface="Open Sans"/>
              </a:rPr>
              <a:t>, </a:t>
            </a:r>
            <a:r>
              <a:rPr lang="en-US" sz="1400" b="0" i="0" u="none" strike="noStrike" cap="none" dirty="0" err="1">
                <a:solidFill>
                  <a:schemeClr val="dk1"/>
                </a:solidFill>
                <a:latin typeface="Open Sans"/>
                <a:ea typeface="Open Sans"/>
                <a:cs typeface="Open Sans"/>
                <a:sym typeface="Open Sans"/>
              </a:rPr>
              <a:t>quis</a:t>
            </a:r>
            <a:r>
              <a:rPr lang="en-US" sz="1400" b="0" i="0" u="none" strike="noStrike" cap="none" dirty="0">
                <a:solidFill>
                  <a:schemeClr val="dk1"/>
                </a:solidFill>
                <a:latin typeface="Open Sans"/>
                <a:ea typeface="Open Sans"/>
                <a:cs typeface="Open Sans"/>
                <a:sym typeface="Open Sans"/>
              </a:rPr>
              <a:t> </a:t>
            </a:r>
            <a:r>
              <a:rPr lang="en-US" sz="1400" b="0" i="0" u="none" strike="noStrike" cap="none" dirty="0" err="1">
                <a:solidFill>
                  <a:schemeClr val="dk1"/>
                </a:solidFill>
                <a:latin typeface="Open Sans"/>
                <a:ea typeface="Open Sans"/>
                <a:cs typeface="Open Sans"/>
                <a:sym typeface="Open Sans"/>
              </a:rPr>
              <a:t>ea</a:t>
            </a:r>
            <a:r>
              <a:rPr lang="en-US" sz="1400" b="0" i="0" u="none" strike="noStrike" cap="none" dirty="0">
                <a:solidFill>
                  <a:schemeClr val="dk1"/>
                </a:solidFill>
                <a:latin typeface="Open Sans"/>
                <a:ea typeface="Open Sans"/>
                <a:cs typeface="Open Sans"/>
                <a:sym typeface="Open Sans"/>
              </a:rPr>
              <a:t> commo</a:t>
            </a:r>
            <a:r>
              <a:rPr lang="en-US" sz="1400" b="1" i="0" u="none" strike="noStrike" cap="none" dirty="0">
                <a:solidFill>
                  <a:srgbClr val="06234B"/>
                </a:solidFill>
                <a:latin typeface="Open Sans"/>
                <a:ea typeface="Open Sans"/>
                <a:cs typeface="Open Sans"/>
                <a:sym typeface="Open Sans"/>
              </a:rPr>
              <a:t>.</a:t>
            </a:r>
            <a:endParaRPr lang="en-US" sz="1400" b="0" i="0" u="none" strike="noStrike" cap="none" dirty="0">
              <a:solidFill>
                <a:schemeClr val="dk1"/>
              </a:solidFill>
              <a:latin typeface="Open Sans"/>
              <a:ea typeface="Open Sans"/>
              <a:cs typeface="Open Sans"/>
              <a:sym typeface="Open Sans"/>
            </a:endParaRPr>
          </a:p>
        </p:txBody>
      </p:sp>
      <p:sp>
        <p:nvSpPr>
          <p:cNvPr id="6" name="Picture Placeholder 5">
            <a:extLst>
              <a:ext uri="{FF2B5EF4-FFF2-40B4-BE49-F238E27FC236}">
                <a16:creationId xmlns:a16="http://schemas.microsoft.com/office/drawing/2014/main" id="{4BB67A80-9639-144C-AD59-0792954F3CD9}"/>
              </a:ext>
            </a:extLst>
          </p:cNvPr>
          <p:cNvSpPr>
            <a:spLocks noGrp="1"/>
          </p:cNvSpPr>
          <p:nvPr>
            <p:ph type="pic" sz="quarter" idx="14"/>
          </p:nvPr>
        </p:nvSpPr>
        <p:spPr>
          <a:xfrm>
            <a:off x="3064725" y="1122363"/>
            <a:ext cx="3163887" cy="5173662"/>
          </a:xfrm>
          <a:prstGeom prst="rect">
            <a:avLst/>
          </a:prstGeom>
        </p:spPr>
        <p:txBody>
          <a:bodyPr/>
          <a:lstStyle/>
          <a:p>
            <a:endParaRPr lang="en-US"/>
          </a:p>
        </p:txBody>
      </p:sp>
      <p:sp>
        <p:nvSpPr>
          <p:cNvPr id="8" name="Picture Placeholder 7">
            <a:extLst>
              <a:ext uri="{FF2B5EF4-FFF2-40B4-BE49-F238E27FC236}">
                <a16:creationId xmlns:a16="http://schemas.microsoft.com/office/drawing/2014/main" id="{0468F9CB-5A03-6F44-AB4A-28363EA59E83}"/>
              </a:ext>
            </a:extLst>
          </p:cNvPr>
          <p:cNvSpPr>
            <a:spLocks noGrp="1"/>
          </p:cNvSpPr>
          <p:nvPr>
            <p:ph type="pic" sz="quarter" idx="15"/>
          </p:nvPr>
        </p:nvSpPr>
        <p:spPr>
          <a:xfrm>
            <a:off x="325438" y="1791114"/>
            <a:ext cx="3008521" cy="1947450"/>
          </a:xfrm>
          <a:prstGeom prst="rect">
            <a:avLst/>
          </a:prstGeom>
        </p:spPr>
        <p:txBody>
          <a:bodyPr/>
          <a:lstStyle/>
          <a:p>
            <a:endParaRPr lang="en-US"/>
          </a:p>
        </p:txBody>
      </p:sp>
      <p:sp>
        <p:nvSpPr>
          <p:cNvPr id="9" name="Text Placeholder 7">
            <a:extLst>
              <a:ext uri="{FF2B5EF4-FFF2-40B4-BE49-F238E27FC236}">
                <a16:creationId xmlns:a16="http://schemas.microsoft.com/office/drawing/2014/main" id="{46F88FAA-50F2-814E-94D6-240806F325FF}"/>
              </a:ext>
            </a:extLst>
          </p:cNvPr>
          <p:cNvSpPr>
            <a:spLocks noGrp="1"/>
          </p:cNvSpPr>
          <p:nvPr>
            <p:ph type="body" sz="quarter" idx="10" hasCustomPrompt="1"/>
          </p:nvPr>
        </p:nvSpPr>
        <p:spPr>
          <a:xfrm>
            <a:off x="168275" y="168275"/>
            <a:ext cx="7183438" cy="601663"/>
          </a:xfrm>
          <a:prstGeom prst="rect">
            <a:avLst/>
          </a:prstGeom>
        </p:spPr>
        <p:txBody>
          <a:bodyPr/>
          <a:lstStyle>
            <a:lvl1pPr>
              <a:defRPr sz="1200" b="1" i="0">
                <a:solidFill>
                  <a:srgbClr val="183158"/>
                </a:solidFill>
                <a:latin typeface="Arial Black" panose="020B0604020202020204" pitchFamily="34" charset="0"/>
                <a:cs typeface="Arial Black" panose="020B0604020202020204" pitchFamily="34" charset="0"/>
              </a:defRPr>
            </a:lvl1pPr>
            <a:lvl2pPr>
              <a:defRPr sz="1200" b="1" i="0">
                <a:solidFill>
                  <a:srgbClr val="183158"/>
                </a:solidFill>
                <a:latin typeface="Arial Black" panose="020B0604020202020204" pitchFamily="34" charset="0"/>
                <a:cs typeface="Arial Black" panose="020B0604020202020204" pitchFamily="34" charset="0"/>
              </a:defRPr>
            </a:lvl2pPr>
            <a:lvl3pPr>
              <a:defRPr sz="1200" b="1" i="0">
                <a:solidFill>
                  <a:srgbClr val="183158"/>
                </a:solidFill>
                <a:latin typeface="Arial Black" panose="020B0604020202020204" pitchFamily="34" charset="0"/>
                <a:cs typeface="Arial Black" panose="020B0604020202020204" pitchFamily="34" charset="0"/>
              </a:defRPr>
            </a:lvl3pPr>
            <a:lvl4pPr>
              <a:defRPr sz="1200" b="1" i="0">
                <a:solidFill>
                  <a:srgbClr val="183158"/>
                </a:solidFill>
                <a:latin typeface="Arial Black" panose="020B0604020202020204" pitchFamily="34" charset="0"/>
                <a:cs typeface="Arial Black" panose="020B0604020202020204" pitchFamily="34" charset="0"/>
              </a:defRPr>
            </a:lvl4pPr>
            <a:lvl5pPr>
              <a:defRPr sz="1200" b="1" i="0">
                <a:solidFill>
                  <a:srgbClr val="183158"/>
                </a:solidFill>
                <a:latin typeface="Arial Black" panose="020B0604020202020204" pitchFamily="34" charset="0"/>
                <a:cs typeface="Arial Black" panose="020B0604020202020204" pitchFamily="34" charset="0"/>
              </a:defRPr>
            </a:lvl5pPr>
          </a:lstStyle>
          <a:p>
            <a:pPr lvl="0"/>
            <a:r>
              <a:rPr lang="en-US" dirty="0"/>
              <a:t>SLIDE TITLE HERE</a:t>
            </a:r>
          </a:p>
        </p:txBody>
      </p:sp>
      <p:pic>
        <p:nvPicPr>
          <p:cNvPr id="10" name="Google Shape;136;p9" descr="Shape&#10;&#10;Description automatically generated with medium confidence">
            <a:extLst>
              <a:ext uri="{FF2B5EF4-FFF2-40B4-BE49-F238E27FC236}">
                <a16:creationId xmlns:a16="http://schemas.microsoft.com/office/drawing/2014/main" id="{C9771BCA-0A17-214A-890D-B53B3593A7A5}"/>
              </a:ext>
            </a:extLst>
          </p:cNvPr>
          <p:cNvPicPr preferRelativeResize="0"/>
          <p:nvPr userDrawn="1"/>
        </p:nvPicPr>
        <p:blipFill rotWithShape="1">
          <a:blip r:embed="rId2" cstate="screen">
            <a:alphaModFix/>
            <a:extLst>
              <a:ext uri="{28A0092B-C50C-407E-A947-70E740481C1C}">
                <a14:useLocalDpi xmlns:a14="http://schemas.microsoft.com/office/drawing/2010/main"/>
              </a:ext>
            </a:extLst>
          </a:blip>
          <a:srcRect/>
          <a:stretch/>
        </p:blipFill>
        <p:spPr>
          <a:xfrm>
            <a:off x="806735" y="3617185"/>
            <a:ext cx="2546389" cy="473804"/>
          </a:xfrm>
          <a:prstGeom prst="rect">
            <a:avLst/>
          </a:prstGeom>
          <a:noFill/>
          <a:ln>
            <a:noFill/>
          </a:ln>
        </p:spPr>
      </p:pic>
      <p:pic>
        <p:nvPicPr>
          <p:cNvPr id="11" name="Google Shape;144;p9" descr="A close-up of the moon&#10;&#10;Description automatically generated with low confidence">
            <a:extLst>
              <a:ext uri="{FF2B5EF4-FFF2-40B4-BE49-F238E27FC236}">
                <a16:creationId xmlns:a16="http://schemas.microsoft.com/office/drawing/2014/main" id="{78862C9C-35D0-464B-BDC9-A0AF749356DB}"/>
              </a:ext>
            </a:extLst>
          </p:cNvPr>
          <p:cNvPicPr preferRelativeResize="0"/>
          <p:nvPr userDrawn="1"/>
        </p:nvPicPr>
        <p:blipFill rotWithShape="1">
          <a:blip r:embed="rId3" cstate="screen">
            <a:alphaModFix/>
            <a:extLst>
              <a:ext uri="{28A0092B-C50C-407E-A947-70E740481C1C}">
                <a14:useLocalDpi xmlns:a14="http://schemas.microsoft.com/office/drawing/2010/main"/>
              </a:ext>
            </a:extLst>
          </a:blip>
          <a:srcRect/>
          <a:stretch/>
        </p:blipFill>
        <p:spPr>
          <a:xfrm rot="5164995">
            <a:off x="1903816" y="4420160"/>
            <a:ext cx="2131384" cy="584679"/>
          </a:xfrm>
          <a:prstGeom prst="rect">
            <a:avLst/>
          </a:prstGeom>
          <a:noFill/>
          <a:ln>
            <a:noFill/>
          </a:ln>
        </p:spPr>
      </p:pic>
      <p:sp>
        <p:nvSpPr>
          <p:cNvPr id="12" name="Text Placeholder 7">
            <a:extLst>
              <a:ext uri="{FF2B5EF4-FFF2-40B4-BE49-F238E27FC236}">
                <a16:creationId xmlns:a16="http://schemas.microsoft.com/office/drawing/2014/main" id="{3E9A7FDC-4BE1-2345-BEB4-9845B7347899}"/>
              </a:ext>
            </a:extLst>
          </p:cNvPr>
          <p:cNvSpPr>
            <a:spLocks noGrp="1"/>
          </p:cNvSpPr>
          <p:nvPr>
            <p:ph type="body" sz="quarter" idx="17" hasCustomPrompt="1"/>
          </p:nvPr>
        </p:nvSpPr>
        <p:spPr>
          <a:xfrm>
            <a:off x="10144125" y="6546850"/>
            <a:ext cx="1943100" cy="219075"/>
          </a:xfrm>
          <a:prstGeom prst="rect">
            <a:avLst/>
          </a:prstGeom>
        </p:spPr>
        <p:txBody>
          <a:bodyPr/>
          <a:lstStyle>
            <a:lvl1pPr algn="r">
              <a:defRPr sz="700">
                <a:solidFill>
                  <a:srgbClr val="183158"/>
                </a:solidFill>
                <a:latin typeface="Courier New" panose="02070309020205020404" pitchFamily="49" charset="0"/>
                <a:cs typeface="Courier New" panose="02070309020205020404" pitchFamily="49" charset="0"/>
              </a:defRPr>
            </a:lvl1pPr>
            <a:lvl2pPr>
              <a:defRPr sz="700">
                <a:solidFill>
                  <a:schemeClr val="bg1"/>
                </a:solidFill>
                <a:latin typeface="Courier New" panose="02070309020205020404" pitchFamily="49" charset="0"/>
                <a:cs typeface="Courier New" panose="02070309020205020404" pitchFamily="49" charset="0"/>
              </a:defRPr>
            </a:lvl2pPr>
            <a:lvl3pPr>
              <a:defRPr sz="700">
                <a:solidFill>
                  <a:schemeClr val="bg1"/>
                </a:solidFill>
                <a:latin typeface="Courier New" panose="02070309020205020404" pitchFamily="49" charset="0"/>
                <a:cs typeface="Courier New" panose="02070309020205020404" pitchFamily="49" charset="0"/>
              </a:defRPr>
            </a:lvl3pPr>
            <a:lvl4pPr>
              <a:defRPr sz="700">
                <a:solidFill>
                  <a:schemeClr val="bg1"/>
                </a:solidFill>
                <a:latin typeface="Courier New" panose="02070309020205020404" pitchFamily="49" charset="0"/>
                <a:cs typeface="Courier New" panose="02070309020205020404" pitchFamily="49" charset="0"/>
              </a:defRPr>
            </a:lvl4pPr>
            <a:lvl5pPr>
              <a:defRPr sz="700">
                <a:solidFill>
                  <a:schemeClr val="bg1"/>
                </a:solidFill>
                <a:latin typeface="Courier New" panose="02070309020205020404" pitchFamily="49" charset="0"/>
                <a:cs typeface="Courier New" panose="02070309020205020404" pitchFamily="49" charset="0"/>
              </a:defRPr>
            </a:lvl5pPr>
          </a:lstStyle>
          <a:p>
            <a:pPr lvl="0"/>
            <a:r>
              <a:rPr lang="en-US" dirty="0"/>
              <a:t>2</a:t>
            </a:r>
          </a:p>
        </p:txBody>
      </p:sp>
    </p:spTree>
    <p:extLst>
      <p:ext uri="{BB962C8B-B14F-4D97-AF65-F5344CB8AC3E}">
        <p14:creationId xmlns:p14="http://schemas.microsoft.com/office/powerpoint/2010/main" val="19265939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Slide" userDrawn="1">
  <p:cSld name="Title Slide">
    <p:spTree>
      <p:nvGrpSpPr>
        <p:cNvPr id="1" name="Shape 31"/>
        <p:cNvGrpSpPr/>
        <p:nvPr/>
      </p:nvGrpSpPr>
      <p:grpSpPr>
        <a:xfrm>
          <a:off x="0" y="0"/>
          <a:ext cx="0" cy="0"/>
          <a:chOff x="0" y="0"/>
          <a:chExt cx="0" cy="0"/>
        </a:xfrm>
      </p:grpSpPr>
      <p:sp>
        <p:nvSpPr>
          <p:cNvPr id="32" name="Google Shape;32;p18"/>
          <p:cNvSpPr txBox="1">
            <a:spLocks noGrp="1"/>
          </p:cNvSpPr>
          <p:nvPr>
            <p:ph type="ctrTitle" hasCustomPrompt="1"/>
          </p:nvPr>
        </p:nvSpPr>
        <p:spPr>
          <a:xfrm>
            <a:off x="207295" y="1122363"/>
            <a:ext cx="9144000" cy="23876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6000"/>
              <a:buFont typeface="Consolas"/>
              <a:buNone/>
              <a:defRPr sz="5400" b="1" i="0" u="none" strike="noStrike" cap="none">
                <a:solidFill>
                  <a:srgbClr val="183158"/>
                </a:solidFill>
                <a:latin typeface="Arial Black" panose="020B0604020202020204" pitchFamily="34" charset="0"/>
                <a:ea typeface="Arial Black" panose="020B0604020202020204" pitchFamily="34" charset="0"/>
                <a:cs typeface="Arial Black" panose="020B0604020202020204" pitchFamily="34" charset="0"/>
                <a:sym typeface="Consola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SLIDE </a:t>
            </a:r>
            <a:br>
              <a:rPr lang="en-US"/>
            </a:br>
            <a:r>
              <a:rPr lang="en-US"/>
              <a:t>TITLE HERE</a:t>
            </a:r>
            <a:endParaRPr/>
          </a:p>
        </p:txBody>
      </p:sp>
      <p:sp>
        <p:nvSpPr>
          <p:cNvPr id="8" name="Text Placeholder 7">
            <a:extLst>
              <a:ext uri="{FF2B5EF4-FFF2-40B4-BE49-F238E27FC236}">
                <a16:creationId xmlns:a16="http://schemas.microsoft.com/office/drawing/2014/main" id="{23C202CE-0381-5048-BA64-5DE5B3E00877}"/>
              </a:ext>
            </a:extLst>
          </p:cNvPr>
          <p:cNvSpPr>
            <a:spLocks noGrp="1"/>
          </p:cNvSpPr>
          <p:nvPr>
            <p:ph type="body" sz="quarter" idx="17" hasCustomPrompt="1"/>
          </p:nvPr>
        </p:nvSpPr>
        <p:spPr>
          <a:xfrm>
            <a:off x="10144125" y="6546850"/>
            <a:ext cx="1943100" cy="219075"/>
          </a:xfrm>
          <a:prstGeom prst="rect">
            <a:avLst/>
          </a:prstGeom>
        </p:spPr>
        <p:txBody>
          <a:bodyPr/>
          <a:lstStyle>
            <a:lvl1pPr algn="r">
              <a:defRPr sz="700">
                <a:solidFill>
                  <a:srgbClr val="183158"/>
                </a:solidFill>
                <a:latin typeface="Courier New" panose="02070309020205020404" pitchFamily="49" charset="0"/>
                <a:cs typeface="Courier New" panose="02070309020205020404" pitchFamily="49" charset="0"/>
              </a:defRPr>
            </a:lvl1pPr>
            <a:lvl2pPr>
              <a:defRPr sz="700">
                <a:solidFill>
                  <a:schemeClr val="bg1"/>
                </a:solidFill>
                <a:latin typeface="Courier New" panose="02070309020205020404" pitchFamily="49" charset="0"/>
                <a:cs typeface="Courier New" panose="02070309020205020404" pitchFamily="49" charset="0"/>
              </a:defRPr>
            </a:lvl2pPr>
            <a:lvl3pPr>
              <a:defRPr sz="700">
                <a:solidFill>
                  <a:schemeClr val="bg1"/>
                </a:solidFill>
                <a:latin typeface="Courier New" panose="02070309020205020404" pitchFamily="49" charset="0"/>
                <a:cs typeface="Courier New" panose="02070309020205020404" pitchFamily="49" charset="0"/>
              </a:defRPr>
            </a:lvl3pPr>
            <a:lvl4pPr>
              <a:defRPr sz="700">
                <a:solidFill>
                  <a:schemeClr val="bg1"/>
                </a:solidFill>
                <a:latin typeface="Courier New" panose="02070309020205020404" pitchFamily="49" charset="0"/>
                <a:cs typeface="Courier New" panose="02070309020205020404" pitchFamily="49" charset="0"/>
              </a:defRPr>
            </a:lvl4pPr>
            <a:lvl5pPr>
              <a:defRPr sz="700">
                <a:solidFill>
                  <a:schemeClr val="bg1"/>
                </a:solidFill>
                <a:latin typeface="Courier New" panose="02070309020205020404" pitchFamily="49" charset="0"/>
                <a:cs typeface="Courier New" panose="02070309020205020404" pitchFamily="49" charset="0"/>
              </a:defRPr>
            </a:lvl5pPr>
          </a:lstStyle>
          <a:p>
            <a:pPr lvl="0"/>
            <a:r>
              <a:rPr lang="en-US"/>
              <a:t>2</a:t>
            </a:r>
          </a:p>
        </p:txBody>
      </p:sp>
      <p:sp>
        <p:nvSpPr>
          <p:cNvPr id="9" name="Text Placeholder 7">
            <a:extLst>
              <a:ext uri="{FF2B5EF4-FFF2-40B4-BE49-F238E27FC236}">
                <a16:creationId xmlns:a16="http://schemas.microsoft.com/office/drawing/2014/main" id="{BC51DF52-58F2-5B45-BFD9-F82151A8C1E3}"/>
              </a:ext>
            </a:extLst>
          </p:cNvPr>
          <p:cNvSpPr>
            <a:spLocks noGrp="1"/>
          </p:cNvSpPr>
          <p:nvPr>
            <p:ph type="body" sz="quarter" idx="10" hasCustomPrompt="1"/>
          </p:nvPr>
        </p:nvSpPr>
        <p:spPr>
          <a:xfrm>
            <a:off x="168275" y="168275"/>
            <a:ext cx="7183438" cy="601663"/>
          </a:xfrm>
          <a:prstGeom prst="rect">
            <a:avLst/>
          </a:prstGeom>
        </p:spPr>
        <p:txBody>
          <a:bodyPr/>
          <a:lstStyle>
            <a:lvl1pPr>
              <a:defRPr sz="1200" b="1" i="0">
                <a:solidFill>
                  <a:srgbClr val="183158"/>
                </a:solidFill>
                <a:latin typeface="Arial Black" panose="020B0604020202020204" pitchFamily="34" charset="0"/>
                <a:cs typeface="Arial Black" panose="020B0604020202020204" pitchFamily="34" charset="0"/>
              </a:defRPr>
            </a:lvl1pPr>
            <a:lvl2pPr>
              <a:defRPr sz="1200" b="1" i="0">
                <a:solidFill>
                  <a:srgbClr val="183158"/>
                </a:solidFill>
                <a:latin typeface="Arial Black" panose="020B0604020202020204" pitchFamily="34" charset="0"/>
                <a:cs typeface="Arial Black" panose="020B0604020202020204" pitchFamily="34" charset="0"/>
              </a:defRPr>
            </a:lvl2pPr>
            <a:lvl3pPr>
              <a:defRPr sz="1200" b="1" i="0">
                <a:solidFill>
                  <a:srgbClr val="183158"/>
                </a:solidFill>
                <a:latin typeface="Arial Black" panose="020B0604020202020204" pitchFamily="34" charset="0"/>
                <a:cs typeface="Arial Black" panose="020B0604020202020204" pitchFamily="34" charset="0"/>
              </a:defRPr>
            </a:lvl3pPr>
            <a:lvl4pPr>
              <a:defRPr sz="1200" b="1" i="0">
                <a:solidFill>
                  <a:srgbClr val="183158"/>
                </a:solidFill>
                <a:latin typeface="Arial Black" panose="020B0604020202020204" pitchFamily="34" charset="0"/>
                <a:cs typeface="Arial Black" panose="020B0604020202020204" pitchFamily="34" charset="0"/>
              </a:defRPr>
            </a:lvl4pPr>
            <a:lvl5pPr>
              <a:defRPr sz="1200" b="1" i="0">
                <a:solidFill>
                  <a:srgbClr val="183158"/>
                </a:solidFill>
                <a:latin typeface="Arial Black" panose="020B0604020202020204" pitchFamily="34" charset="0"/>
                <a:cs typeface="Arial Black" panose="020B0604020202020204" pitchFamily="34" charset="0"/>
              </a:defRPr>
            </a:lvl5pPr>
          </a:lstStyle>
          <a:p>
            <a:pPr lvl="0"/>
            <a:r>
              <a:rPr lang="en-US"/>
              <a:t>SLIDE TITLE HERE</a:t>
            </a:r>
          </a:p>
        </p:txBody>
      </p:sp>
      <p:sp>
        <p:nvSpPr>
          <p:cNvPr id="13" name="Text Placeholder 16">
            <a:extLst>
              <a:ext uri="{FF2B5EF4-FFF2-40B4-BE49-F238E27FC236}">
                <a16:creationId xmlns:a16="http://schemas.microsoft.com/office/drawing/2014/main" id="{3B9BF397-3766-2E4B-AAE4-0259D5705E8B}"/>
              </a:ext>
            </a:extLst>
          </p:cNvPr>
          <p:cNvSpPr>
            <a:spLocks noGrp="1"/>
          </p:cNvSpPr>
          <p:nvPr>
            <p:ph type="body" sz="quarter" idx="18"/>
          </p:nvPr>
        </p:nvSpPr>
        <p:spPr>
          <a:xfrm>
            <a:off x="207295" y="3681297"/>
            <a:ext cx="6681787" cy="1938338"/>
          </a:xfrm>
          <a:prstGeom prst="rect">
            <a:avLst/>
          </a:prstGeom>
        </p:spPr>
        <p:txBody>
          <a:bodyPr/>
          <a:lstStyle>
            <a:lvl1pPr>
              <a:defRPr sz="1800">
                <a:ln>
                  <a:noFill/>
                </a:ln>
                <a:solidFill>
                  <a:srgbClr val="183158"/>
                </a:solidFill>
              </a:defRPr>
            </a:lvl1pPr>
            <a:lvl2pPr>
              <a:defRPr sz="1800">
                <a:ln>
                  <a:noFill/>
                </a:ln>
                <a:solidFill>
                  <a:srgbClr val="183158"/>
                </a:solidFill>
              </a:defRPr>
            </a:lvl2pPr>
            <a:lvl3pPr>
              <a:defRPr sz="1800">
                <a:ln>
                  <a:noFill/>
                </a:ln>
                <a:solidFill>
                  <a:srgbClr val="183158"/>
                </a:solidFill>
              </a:defRPr>
            </a:lvl3pPr>
            <a:lvl4pPr>
              <a:defRPr sz="1800">
                <a:ln>
                  <a:noFill/>
                </a:ln>
                <a:solidFill>
                  <a:srgbClr val="183158"/>
                </a:solidFill>
              </a:defRPr>
            </a:lvl4pPr>
            <a:lvl5pPr>
              <a:defRPr sz="1800">
                <a:ln>
                  <a:noFill/>
                </a:ln>
                <a:solidFill>
                  <a:srgbClr val="18315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7674683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theme" Target="../theme/theme2.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Layout" Target="../slideLayouts/slideLayout10.xml"/><Relationship Id="rId7" Type="http://schemas.openxmlformats.org/officeDocument/2006/relationships/theme" Target="../theme/theme3.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10" Type="http://schemas.openxmlformats.org/officeDocument/2006/relationships/image" Target="../media/image11.png"/><Relationship Id="rId4" Type="http://schemas.openxmlformats.org/officeDocument/2006/relationships/slideLayout" Target="../slideLayouts/slideLayout11.xml"/><Relationship Id="rId9" Type="http://schemas.openxmlformats.org/officeDocument/2006/relationships/image" Target="../media/image10.png"/></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slideLayout" Target="../slideLayouts/slideLayout16.xml"/><Relationship Id="rId7" Type="http://schemas.openxmlformats.org/officeDocument/2006/relationships/image" Target="../media/image14.png"/><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theme" Target="../theme/theme4.xml"/><Relationship Id="rId5" Type="http://schemas.openxmlformats.org/officeDocument/2006/relationships/slideLayout" Target="../slideLayouts/slideLayout18.xml"/><Relationship Id="rId4" Type="http://schemas.openxmlformats.org/officeDocument/2006/relationships/slideLayout" Target="../slideLayouts/slideLayout17.xml"/><Relationship Id="rId9" Type="http://schemas.openxmlformats.org/officeDocument/2006/relationships/image" Target="../media/image16.png"/></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slideLayout" Target="../slideLayouts/slideLayout20.xml"/><Relationship Id="rId1" Type="http://schemas.openxmlformats.org/officeDocument/2006/relationships/slideLayout" Target="../slideLayouts/slideLayout19.xml"/><Relationship Id="rId5" Type="http://schemas.openxmlformats.org/officeDocument/2006/relationships/theme" Target="../theme/theme5.xml"/><Relationship Id="rId4"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1"/>
          <p:cNvSpPr/>
          <p:nvPr/>
        </p:nvSpPr>
        <p:spPr>
          <a:xfrm>
            <a:off x="0" y="0"/>
            <a:ext cx="12192000" cy="6858000"/>
          </a:xfrm>
          <a:prstGeom prst="rect">
            <a:avLst/>
          </a:prstGeom>
          <a:solidFill>
            <a:srgbClr val="06234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66" r:id="rId1"/>
    <p:sldLayoutId id="2147483649" r:id="rId2"/>
    <p:sldLayoutId id="2147483663" r:id="rId3"/>
    <p:sldLayoutId id="2147483656" r:id="rId4"/>
    <p:sldLayoutId id="2147483657" r:id="rId5"/>
    <p:sldLayoutId id="2147483661"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
        <p:cNvGrpSpPr/>
        <p:nvPr/>
      </p:nvGrpSpPr>
      <p:grpSpPr>
        <a:xfrm>
          <a:off x="0" y="0"/>
          <a:ext cx="0" cy="0"/>
          <a:chOff x="0" y="0"/>
          <a:chExt cx="0" cy="0"/>
        </a:xfrm>
      </p:grpSpPr>
      <p:sp>
        <p:nvSpPr>
          <p:cNvPr id="13" name="Google Shape;13;p13"/>
          <p:cNvSpPr/>
          <p:nvPr/>
        </p:nvSpPr>
        <p:spPr>
          <a:xfrm>
            <a:off x="0" y="0"/>
            <a:ext cx="12192000" cy="6858000"/>
          </a:xfrm>
          <a:prstGeom prst="rect">
            <a:avLst/>
          </a:prstGeom>
          <a:solidFill>
            <a:srgbClr val="889F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4" name="Google Shape;14;p13" descr="Shape&#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b="-2"/>
          <a:stretch/>
        </p:blipFill>
        <p:spPr>
          <a:xfrm flipH="1">
            <a:off x="1" y="441328"/>
            <a:ext cx="608890" cy="1549329"/>
          </a:xfrm>
          <a:prstGeom prst="rect">
            <a:avLst/>
          </a:prstGeom>
          <a:noFill/>
          <a:ln>
            <a:noFill/>
          </a:ln>
        </p:spPr>
      </p:pic>
      <p:pic>
        <p:nvPicPr>
          <p:cNvPr id="15" name="Google Shape;15;p13"/>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flipH="1">
            <a:off x="0" y="0"/>
            <a:ext cx="358770" cy="1371601"/>
          </a:xfrm>
          <a:prstGeom prst="rect">
            <a:avLst/>
          </a:prstGeom>
          <a:noFill/>
          <a:ln>
            <a:noFill/>
          </a:ln>
        </p:spPr>
      </p:pic>
      <p:pic>
        <p:nvPicPr>
          <p:cNvPr id="16" name="Google Shape;16;p13" descr="A picture containing shoji, window, standing&#10;&#10;Description automatically generated"/>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rot="10800000">
            <a:off x="1" y="1"/>
            <a:ext cx="1856509" cy="53192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
        <p:cNvGrpSpPr/>
        <p:nvPr/>
      </p:nvGrpSpPr>
      <p:grpSpPr>
        <a:xfrm>
          <a:off x="0" y="0"/>
          <a:ext cx="0" cy="0"/>
          <a:chOff x="0" y="0"/>
          <a:chExt cx="0" cy="0"/>
        </a:xfrm>
      </p:grpSpPr>
      <p:sp>
        <p:nvSpPr>
          <p:cNvPr id="19" name="Google Shape;19;p15"/>
          <p:cNvSpPr/>
          <p:nvPr/>
        </p:nvSpPr>
        <p:spPr>
          <a:xfrm>
            <a:off x="0" y="0"/>
            <a:ext cx="12192000" cy="6858000"/>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20" name="Google Shape;20;p15"/>
          <p:cNvPicPr preferRelativeResize="0"/>
          <p:nvPr/>
        </p:nvPicPr>
        <p:blipFill rotWithShape="1">
          <a:blip r:embed="rId8" cstate="screen">
            <a:alphaModFix/>
            <a:extLst>
              <a:ext uri="{28A0092B-C50C-407E-A947-70E740481C1C}">
                <a14:useLocalDpi xmlns:a14="http://schemas.microsoft.com/office/drawing/2010/main"/>
              </a:ext>
            </a:extLst>
          </a:blip>
          <a:srcRect/>
          <a:stretch/>
        </p:blipFill>
        <p:spPr>
          <a:xfrm>
            <a:off x="0" y="0"/>
            <a:ext cx="716692" cy="2440459"/>
          </a:xfrm>
          <a:prstGeom prst="rect">
            <a:avLst/>
          </a:prstGeom>
          <a:noFill/>
          <a:ln>
            <a:noFill/>
          </a:ln>
        </p:spPr>
      </p:pic>
      <p:pic>
        <p:nvPicPr>
          <p:cNvPr id="21" name="Google Shape;21;p15" descr="Shape&#10;&#10;Description automatically generated with low confidence"/>
          <p:cNvPicPr preferRelativeResize="0"/>
          <p:nvPr/>
        </p:nvPicPr>
        <p:blipFill rotWithShape="1">
          <a:blip r:embed="rId9" cstate="screen">
            <a:alphaModFix/>
            <a:extLst>
              <a:ext uri="{28A0092B-C50C-407E-A947-70E740481C1C}">
                <a14:useLocalDpi xmlns:a14="http://schemas.microsoft.com/office/drawing/2010/main"/>
              </a:ext>
            </a:extLst>
          </a:blip>
          <a:srcRect/>
          <a:stretch/>
        </p:blipFill>
        <p:spPr>
          <a:xfrm>
            <a:off x="0" y="1377779"/>
            <a:ext cx="444843" cy="1609466"/>
          </a:xfrm>
          <a:prstGeom prst="rect">
            <a:avLst/>
          </a:prstGeom>
          <a:noFill/>
          <a:ln>
            <a:noFill/>
          </a:ln>
        </p:spPr>
      </p:pic>
      <p:pic>
        <p:nvPicPr>
          <p:cNvPr id="22" name="Google Shape;22;p15"/>
          <p:cNvPicPr preferRelativeResize="0"/>
          <p:nvPr/>
        </p:nvPicPr>
        <p:blipFill rotWithShape="1">
          <a:blip r:embed="rId10" cstate="screen">
            <a:alphaModFix/>
            <a:extLst>
              <a:ext uri="{28A0092B-C50C-407E-A947-70E740481C1C}">
                <a14:useLocalDpi xmlns:a14="http://schemas.microsoft.com/office/drawing/2010/main"/>
              </a:ext>
            </a:extLst>
          </a:blip>
          <a:srcRect/>
          <a:stretch/>
        </p:blipFill>
        <p:spPr>
          <a:xfrm rot="-5400000">
            <a:off x="9313906" y="5517292"/>
            <a:ext cx="240958" cy="2440459"/>
          </a:xfrm>
          <a:prstGeom prst="rect">
            <a:avLst/>
          </a:prstGeom>
          <a:noFill/>
          <a:ln>
            <a:noFill/>
          </a:ln>
        </p:spPr>
      </p:pic>
      <p:pic>
        <p:nvPicPr>
          <p:cNvPr id="23" name="Google Shape;23;p15" descr="Shape&#10;&#10;Description automatically generated with low confidence"/>
          <p:cNvPicPr preferRelativeResize="0"/>
          <p:nvPr/>
        </p:nvPicPr>
        <p:blipFill rotWithShape="1">
          <a:blip r:embed="rId9" cstate="screen">
            <a:alphaModFix/>
            <a:extLst>
              <a:ext uri="{28A0092B-C50C-407E-A947-70E740481C1C}">
                <a14:useLocalDpi xmlns:a14="http://schemas.microsoft.com/office/drawing/2010/main"/>
              </a:ext>
            </a:extLst>
          </a:blip>
          <a:srcRect/>
          <a:stretch/>
        </p:blipFill>
        <p:spPr>
          <a:xfrm rot="-5400000">
            <a:off x="10348785" y="5830846"/>
            <a:ext cx="444843" cy="1609466"/>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4" r:id="rId1"/>
    <p:sldLayoutId id="2147483669" r:id="rId2"/>
    <p:sldLayoutId id="2147483662" r:id="rId3"/>
    <p:sldLayoutId id="2147483653" r:id="rId4"/>
    <p:sldLayoutId id="2147483658" r:id="rId5"/>
    <p:sldLayoutId id="2147483667"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
        <p:cNvGrpSpPr/>
        <p:nvPr/>
      </p:nvGrpSpPr>
      <p:grpSpPr>
        <a:xfrm>
          <a:off x="0" y="0"/>
          <a:ext cx="0" cy="0"/>
          <a:chOff x="0" y="0"/>
          <a:chExt cx="0" cy="0"/>
        </a:xfrm>
      </p:grpSpPr>
      <p:pic>
        <p:nvPicPr>
          <p:cNvPr id="27" name="Google Shape;27;p17" descr="Shape&#10;&#10;Description automatically generated with low confidence"/>
          <p:cNvPicPr preferRelativeResize="0"/>
          <p:nvPr/>
        </p:nvPicPr>
        <p:blipFill rotWithShape="1">
          <a:blip r:embed="rId7" cstate="screen">
            <a:alphaModFix/>
            <a:extLst>
              <a:ext uri="{28A0092B-C50C-407E-A947-70E740481C1C}">
                <a14:useLocalDpi xmlns:a14="http://schemas.microsoft.com/office/drawing/2010/main"/>
              </a:ext>
            </a:extLst>
          </a:blip>
          <a:srcRect b="-2"/>
          <a:stretch/>
        </p:blipFill>
        <p:spPr>
          <a:xfrm>
            <a:off x="11590317" y="441327"/>
            <a:ext cx="601683" cy="1549329"/>
          </a:xfrm>
          <a:prstGeom prst="rect">
            <a:avLst/>
          </a:prstGeom>
          <a:noFill/>
          <a:ln>
            <a:noFill/>
          </a:ln>
        </p:spPr>
      </p:pic>
      <p:pic>
        <p:nvPicPr>
          <p:cNvPr id="28" name="Google Shape;28;p17"/>
          <p:cNvPicPr preferRelativeResize="0"/>
          <p:nvPr/>
        </p:nvPicPr>
        <p:blipFill rotWithShape="1">
          <a:blip r:embed="rId8" cstate="screen">
            <a:alphaModFix/>
            <a:extLst>
              <a:ext uri="{28A0092B-C50C-407E-A947-70E740481C1C}">
                <a14:useLocalDpi xmlns:a14="http://schemas.microsoft.com/office/drawing/2010/main"/>
              </a:ext>
            </a:extLst>
          </a:blip>
          <a:srcRect/>
          <a:stretch/>
        </p:blipFill>
        <p:spPr>
          <a:xfrm>
            <a:off x="11837475" y="-1"/>
            <a:ext cx="354524" cy="1371601"/>
          </a:xfrm>
          <a:prstGeom prst="rect">
            <a:avLst/>
          </a:prstGeom>
          <a:noFill/>
          <a:ln>
            <a:noFill/>
          </a:ln>
        </p:spPr>
      </p:pic>
      <p:pic>
        <p:nvPicPr>
          <p:cNvPr id="29" name="Google Shape;29;p17" descr="A picture containing shoji, window, standing&#10;&#10;Description automatically generated"/>
          <p:cNvPicPr preferRelativeResize="0"/>
          <p:nvPr/>
        </p:nvPicPr>
        <p:blipFill rotWithShape="1">
          <a:blip r:embed="rId9" cstate="screen">
            <a:alphaModFix/>
            <a:extLst>
              <a:ext uri="{28A0092B-C50C-407E-A947-70E740481C1C}">
                <a14:useLocalDpi xmlns:a14="http://schemas.microsoft.com/office/drawing/2010/main"/>
              </a:ext>
            </a:extLst>
          </a:blip>
          <a:srcRect/>
          <a:stretch/>
        </p:blipFill>
        <p:spPr>
          <a:xfrm rot="10800000" flipH="1">
            <a:off x="10357465" y="0"/>
            <a:ext cx="1834535" cy="53192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5" r:id="rId1"/>
    <p:sldLayoutId id="2147483668" r:id="rId2"/>
    <p:sldLayoutId id="2147483655" r:id="rId3"/>
    <p:sldLayoutId id="2147483659" r:id="rId4"/>
    <p:sldLayoutId id="2147483660"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26"/>
        <p:cNvGrpSpPr/>
        <p:nvPr/>
      </p:nvGrpSpPr>
      <p:grpSpPr>
        <a:xfrm>
          <a:off x="0" y="0"/>
          <a:ext cx="0" cy="0"/>
          <a:chOff x="0" y="0"/>
          <a:chExt cx="0" cy="0"/>
        </a:xfrm>
      </p:grpSpPr>
    </p:spTree>
    <p:extLst>
      <p:ext uri="{BB962C8B-B14F-4D97-AF65-F5344CB8AC3E}">
        <p14:creationId xmlns:p14="http://schemas.microsoft.com/office/powerpoint/2010/main" val="1123957105"/>
      </p:ext>
    </p:extLst>
  </p:cSld>
  <p:clrMap bg1="lt1" tx1="dk1" bg2="dk2" tx2="lt2" accent1="accent1" accent2="accent2" accent3="accent3" accent4="accent4" accent5="accent5" accent6="accent6" hlink="hlink" folHlink="folHlink"/>
  <p:sldLayoutIdLst>
    <p:sldLayoutId id="2147483673" r:id="rId1"/>
    <p:sldLayoutId id="2147483672" r:id="rId2"/>
    <p:sldLayoutId id="2147483674" r:id="rId3"/>
    <p:sldLayoutId id="2147483675"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1.jpe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23.jpeg"/><Relationship Id="rId4" Type="http://schemas.openxmlformats.org/officeDocument/2006/relationships/image" Target="../media/image22.jpeg"/></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22.xml"/><Relationship Id="rId5" Type="http://schemas.openxmlformats.org/officeDocument/2006/relationships/image" Target="../media/image26.png"/><Relationship Id="rId4" Type="http://schemas.openxmlformats.org/officeDocument/2006/relationships/image" Target="../media/image25.jpeg"/></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22.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jpeg"/></Relationships>
</file>

<file path=ppt/slides/_rels/slide6.xml.rels><?xml version="1.0" encoding="UTF-8" standalone="yes"?>
<Relationships xmlns="http://schemas.openxmlformats.org/package/2006/relationships"><Relationship Id="rId3" Type="http://schemas.microsoft.com/office/2018/10/relationships/comments" Target="../comments/modernComment_11B_0.xml"/><Relationship Id="rId2" Type="http://schemas.openxmlformats.org/officeDocument/2006/relationships/notesSlide" Target="../notesSlides/notesSlide6.xml"/><Relationship Id="rId1" Type="http://schemas.openxmlformats.org/officeDocument/2006/relationships/slideLayout" Target="../slideLayouts/slideLayout22.xml"/><Relationship Id="rId5" Type="http://schemas.openxmlformats.org/officeDocument/2006/relationships/image" Target="../media/image32.png"/><Relationship Id="rId4" Type="http://schemas.openxmlformats.org/officeDocument/2006/relationships/image" Target="../media/image31.png"/></Relationships>
</file>

<file path=ppt/slides/_rels/slide7.xml.rels><?xml version="1.0" encoding="UTF-8" standalone="yes"?>
<Relationships xmlns="http://schemas.openxmlformats.org/package/2006/relationships"><Relationship Id="rId3" Type="http://schemas.openxmlformats.org/officeDocument/2006/relationships/image" Target="../media/image33.jpeg"/><Relationship Id="rId7" Type="http://schemas.openxmlformats.org/officeDocument/2006/relationships/image" Target="../media/image36.png"/><Relationship Id="rId2" Type="http://schemas.openxmlformats.org/officeDocument/2006/relationships/notesSlide" Target="../notesSlides/notesSlide7.xml"/><Relationship Id="rId1" Type="http://schemas.openxmlformats.org/officeDocument/2006/relationships/slideLayout" Target="../slideLayouts/slideLayout22.xml"/><Relationship Id="rId6" Type="http://schemas.openxmlformats.org/officeDocument/2006/relationships/image" Target="../media/image35.jpeg"/><Relationship Id="rId5" Type="http://schemas.openxmlformats.org/officeDocument/2006/relationships/image" Target="../media/image18.png"/><Relationship Id="rId4" Type="http://schemas.openxmlformats.org/officeDocument/2006/relationships/image" Target="../media/image34.jpe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2.xml"/><Relationship Id="rId6" Type="http://schemas.openxmlformats.org/officeDocument/2006/relationships/image" Target="../media/image36.png"/><Relationship Id="rId5" Type="http://schemas.openxmlformats.org/officeDocument/2006/relationships/image" Target="../media/image38.png"/><Relationship Id="rId4" Type="http://schemas.openxmlformats.org/officeDocument/2006/relationships/image" Target="../media/image37.jpeg"/></Relationships>
</file>

<file path=ppt/slides/_rels/slide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4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16.xml"/><Relationship Id="rId6" Type="http://schemas.openxmlformats.org/officeDocument/2006/relationships/image" Target="../media/image18.png"/><Relationship Id="rId5" Type="http://schemas.openxmlformats.org/officeDocument/2006/relationships/image" Target="../media/image44.jpeg"/><Relationship Id="rId4" Type="http://schemas.openxmlformats.org/officeDocument/2006/relationships/image" Target="../media/image43.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5.xml"/><Relationship Id="rId1" Type="http://schemas.openxmlformats.org/officeDocument/2006/relationships/slideLayout" Target="../slideLayouts/slideLayout16.xml"/><Relationship Id="rId4" Type="http://schemas.openxmlformats.org/officeDocument/2006/relationships/image" Target="../media/image46.jpeg"/></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6.xml"/><Relationship Id="rId5" Type="http://schemas.openxmlformats.org/officeDocument/2006/relationships/image" Target="../media/image50.png"/><Relationship Id="rId4" Type="http://schemas.openxmlformats.org/officeDocument/2006/relationships/image" Target="../media/image49.png"/></Relationships>
</file>

<file path=ppt/slides/_rels/slide2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6.xml"/><Relationship Id="rId5" Type="http://schemas.openxmlformats.org/officeDocument/2006/relationships/image" Target="../media/image54.png"/><Relationship Id="rId4" Type="http://schemas.openxmlformats.org/officeDocument/2006/relationships/image" Target="../media/image53.png"/></Relationships>
</file>

<file path=ppt/slides/_rels/slide21.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67.png"/><Relationship Id="rId18" Type="http://schemas.openxmlformats.org/officeDocument/2006/relationships/image" Target="../media/image14.png"/><Relationship Id="rId26" Type="http://schemas.openxmlformats.org/officeDocument/2006/relationships/image" Target="../media/image77.png"/><Relationship Id="rId3" Type="http://schemas.openxmlformats.org/officeDocument/2006/relationships/image" Target="../media/image57.png"/><Relationship Id="rId21" Type="http://schemas.openxmlformats.org/officeDocument/2006/relationships/image" Target="../media/image72.jpeg"/><Relationship Id="rId7" Type="http://schemas.openxmlformats.org/officeDocument/2006/relationships/image" Target="../media/image61.png"/><Relationship Id="rId12" Type="http://schemas.openxmlformats.org/officeDocument/2006/relationships/image" Target="../media/image66.png"/><Relationship Id="rId17" Type="http://schemas.openxmlformats.org/officeDocument/2006/relationships/image" Target="../media/image71.png"/><Relationship Id="rId25" Type="http://schemas.openxmlformats.org/officeDocument/2006/relationships/image" Target="../media/image76.png"/><Relationship Id="rId2" Type="http://schemas.openxmlformats.org/officeDocument/2006/relationships/image" Target="../media/image56.png"/><Relationship Id="rId16" Type="http://schemas.openxmlformats.org/officeDocument/2006/relationships/image" Target="../media/image70.png"/><Relationship Id="rId20" Type="http://schemas.openxmlformats.org/officeDocument/2006/relationships/image" Target="../media/image16.png"/><Relationship Id="rId1" Type="http://schemas.openxmlformats.org/officeDocument/2006/relationships/slideLayout" Target="../slideLayouts/slideLayout17.xml"/><Relationship Id="rId6" Type="http://schemas.openxmlformats.org/officeDocument/2006/relationships/image" Target="../media/image60.png"/><Relationship Id="rId11" Type="http://schemas.openxmlformats.org/officeDocument/2006/relationships/image" Target="../media/image65.png"/><Relationship Id="rId24" Type="http://schemas.openxmlformats.org/officeDocument/2006/relationships/image" Target="../media/image75.png"/><Relationship Id="rId5" Type="http://schemas.openxmlformats.org/officeDocument/2006/relationships/image" Target="../media/image59.png"/><Relationship Id="rId15" Type="http://schemas.openxmlformats.org/officeDocument/2006/relationships/image" Target="../media/image69.png"/><Relationship Id="rId23" Type="http://schemas.openxmlformats.org/officeDocument/2006/relationships/image" Target="../media/image74.emf"/><Relationship Id="rId10" Type="http://schemas.openxmlformats.org/officeDocument/2006/relationships/image" Target="../media/image64.png"/><Relationship Id="rId19" Type="http://schemas.openxmlformats.org/officeDocument/2006/relationships/image" Target="../media/image15.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 Id="rId22" Type="http://schemas.openxmlformats.org/officeDocument/2006/relationships/image" Target="../media/image73.jpeg"/></Relationships>
</file>

<file path=ppt/slides/_rels/slide2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6.xml"/><Relationship Id="rId1" Type="http://schemas.openxmlformats.org/officeDocument/2006/relationships/slideLayout" Target="../slideLayouts/slideLayout17.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2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17.xml"/><Relationship Id="rId5" Type="http://schemas.openxmlformats.org/officeDocument/2006/relationships/image" Target="../media/image85.png"/><Relationship Id="rId4" Type="http://schemas.openxmlformats.org/officeDocument/2006/relationships/image" Target="../media/image8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1"/>
        <p:cNvGrpSpPr/>
        <p:nvPr/>
      </p:nvGrpSpPr>
      <p:grpSpPr>
        <a:xfrm>
          <a:off x="0" y="0"/>
          <a:ext cx="0" cy="0"/>
          <a:chOff x="0" y="0"/>
          <a:chExt cx="0" cy="0"/>
        </a:xfrm>
      </p:grpSpPr>
      <p:sp>
        <p:nvSpPr>
          <p:cNvPr id="42" name="Google Shape;42;p1"/>
          <p:cNvSpPr txBox="1"/>
          <p:nvPr/>
        </p:nvSpPr>
        <p:spPr>
          <a:xfrm>
            <a:off x="394278" y="3903264"/>
            <a:ext cx="2323697" cy="389757"/>
          </a:xfrm>
          <a:prstGeom prst="rect">
            <a:avLst/>
          </a:prstGeom>
          <a:noFill/>
          <a:ln>
            <a:noFill/>
          </a:ln>
        </p:spPr>
        <p:txBody>
          <a:bodyPr spcFirstLastPara="1" wrap="square" lIns="91425" tIns="45700" rIns="91425" bIns="45700" anchor="t" anchorCtr="0">
            <a:normAutofit fontScale="82500" lnSpcReduction="10000"/>
          </a:bodyPr>
          <a:lstStyle/>
          <a:p>
            <a:pPr marL="0" marR="0" lvl="0" indent="0" algn="l" rtl="0">
              <a:lnSpc>
                <a:spcPct val="90000"/>
              </a:lnSpc>
              <a:spcBef>
                <a:spcPts val="0"/>
              </a:spcBef>
              <a:spcAft>
                <a:spcPts val="0"/>
              </a:spcAft>
              <a:buClr>
                <a:schemeClr val="lt1"/>
              </a:buClr>
              <a:buSzPct val="100000"/>
              <a:buFont typeface="Open Sans Light"/>
              <a:buNone/>
            </a:pPr>
            <a:r>
              <a:rPr lang="en-US" sz="2400" b="0" i="0" u="none" strike="noStrike" cap="none" dirty="0">
                <a:solidFill>
                  <a:schemeClr val="lt1"/>
                </a:solidFill>
                <a:latin typeface="Courier New" panose="02070309020205020404" pitchFamily="49" charset="0"/>
                <a:ea typeface="Open Sans Light"/>
                <a:cs typeface="Courier New" panose="02070309020205020404" pitchFamily="49" charset="0"/>
                <a:sym typeface="Open Sans Light"/>
              </a:rPr>
              <a:t>Sub-Head Here</a:t>
            </a:r>
            <a:endParaRPr sz="2400" b="1" u="none" strike="noStrike" cap="none" dirty="0">
              <a:solidFill>
                <a:schemeClr val="lt1"/>
              </a:solidFill>
              <a:latin typeface="Courier New" panose="02070309020205020404" pitchFamily="49" charset="0"/>
              <a:ea typeface="Roboto Mono"/>
              <a:cs typeface="Courier New" panose="02070309020205020404" pitchFamily="49" charset="0"/>
              <a:sym typeface="Roboto Mono"/>
            </a:endParaRPr>
          </a:p>
        </p:txBody>
      </p:sp>
      <p:sp>
        <p:nvSpPr>
          <p:cNvPr id="45" name="Google Shape;45;p1"/>
          <p:cNvSpPr txBox="1"/>
          <p:nvPr/>
        </p:nvSpPr>
        <p:spPr>
          <a:xfrm>
            <a:off x="321450" y="2729081"/>
            <a:ext cx="10920246" cy="112613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8800"/>
              <a:buFont typeface="Oswald"/>
              <a:buNone/>
            </a:pPr>
            <a:r>
              <a:rPr lang="en-US" sz="6600" b="1" u="none" strike="noStrike" cap="none" dirty="0">
                <a:solidFill>
                  <a:schemeClr val="lt1"/>
                </a:solidFill>
                <a:latin typeface="Arial Black" panose="020B0604020202020204" pitchFamily="34" charset="0"/>
                <a:ea typeface="P22 Mackinac Pro Book" panose="02000000000000000000" pitchFamily="2" charset="77"/>
                <a:cs typeface="Arial Black" panose="020B0604020202020204" pitchFamily="34" charset="0"/>
                <a:sym typeface="Oswald"/>
              </a:rPr>
              <a:t>MAIN HEADLINE HERE</a:t>
            </a:r>
            <a:endParaRPr sz="6600" b="1" u="none" strike="noStrike" cap="none" dirty="0">
              <a:solidFill>
                <a:schemeClr val="lt1"/>
              </a:solidFill>
              <a:latin typeface="Arial Black" panose="020B0604020202020204" pitchFamily="34" charset="0"/>
              <a:ea typeface="P22 Mackinac Pro Book" panose="02000000000000000000" pitchFamily="2" charset="77"/>
              <a:cs typeface="Arial Black" panose="020B0604020202020204" pitchFamily="34" charset="0"/>
              <a:sym typeface="Oswald"/>
            </a:endParaRPr>
          </a:p>
        </p:txBody>
      </p:sp>
      <p:cxnSp>
        <p:nvCxnSpPr>
          <p:cNvPr id="46" name="Google Shape;46;p1"/>
          <p:cNvCxnSpPr/>
          <p:nvPr/>
        </p:nvCxnSpPr>
        <p:spPr>
          <a:xfrm>
            <a:off x="2635994" y="4061198"/>
            <a:ext cx="2661220" cy="0"/>
          </a:xfrm>
          <a:prstGeom prst="straightConnector1">
            <a:avLst/>
          </a:prstGeom>
          <a:noFill/>
          <a:ln w="12700" cap="flat" cmpd="sng">
            <a:solidFill>
              <a:schemeClr val="lt1"/>
            </a:solidFill>
            <a:prstDash val="solid"/>
            <a:miter lim="800000"/>
            <a:headEnd type="none" w="sm" len="sm"/>
            <a:tailEnd type="none" w="sm" len="sm"/>
          </a:ln>
        </p:spPr>
      </p:cxnSp>
      <p:sp>
        <p:nvSpPr>
          <p:cNvPr id="47" name="Google Shape;47;p1"/>
          <p:cNvSpPr txBox="1"/>
          <p:nvPr/>
        </p:nvSpPr>
        <p:spPr>
          <a:xfrm>
            <a:off x="5338344" y="3903264"/>
            <a:ext cx="2323697" cy="389757"/>
          </a:xfrm>
          <a:prstGeom prst="rect">
            <a:avLst/>
          </a:prstGeom>
          <a:noFill/>
          <a:ln>
            <a:noFill/>
          </a:ln>
        </p:spPr>
        <p:txBody>
          <a:bodyPr spcFirstLastPara="1" wrap="square" lIns="91425" tIns="45700" rIns="91425" bIns="45700" anchor="t" anchorCtr="0">
            <a:normAutofit fontScale="82500" lnSpcReduction="10000"/>
          </a:bodyPr>
          <a:lstStyle/>
          <a:p>
            <a:pPr marL="0" marR="0" lvl="0" indent="0" algn="l" rtl="0">
              <a:lnSpc>
                <a:spcPct val="90000"/>
              </a:lnSpc>
              <a:spcBef>
                <a:spcPts val="0"/>
              </a:spcBef>
              <a:spcAft>
                <a:spcPts val="0"/>
              </a:spcAft>
              <a:buClr>
                <a:schemeClr val="lt1"/>
              </a:buClr>
              <a:buSzPct val="100000"/>
              <a:buFont typeface="Open Sans Light"/>
              <a:buNone/>
            </a:pPr>
            <a:r>
              <a:rPr lang="en-US" sz="2400" b="0" i="0" u="none" strike="noStrike" cap="none" dirty="0">
                <a:solidFill>
                  <a:schemeClr val="lt1"/>
                </a:solidFill>
                <a:latin typeface="Courier New" panose="02070309020205020404" pitchFamily="49" charset="0"/>
                <a:ea typeface="Open Sans Light"/>
                <a:cs typeface="Courier New" panose="02070309020205020404" pitchFamily="49" charset="0"/>
                <a:sym typeface="Open Sans Light"/>
              </a:rPr>
              <a:t>Sub-Head Here</a:t>
            </a:r>
            <a:endParaRPr sz="2400" b="1" u="none" strike="noStrike" cap="none" dirty="0">
              <a:solidFill>
                <a:schemeClr val="lt1"/>
              </a:solidFill>
              <a:latin typeface="Courier New" panose="02070309020205020404" pitchFamily="49" charset="0"/>
              <a:ea typeface="Roboto Mono"/>
              <a:cs typeface="Courier New" panose="02070309020205020404" pitchFamily="49" charset="0"/>
              <a:sym typeface="Roboto Mono"/>
            </a:endParaRPr>
          </a:p>
        </p:txBody>
      </p:sp>
      <p:sp>
        <p:nvSpPr>
          <p:cNvPr id="48" name="Google Shape;48;p1"/>
          <p:cNvSpPr txBox="1"/>
          <p:nvPr/>
        </p:nvSpPr>
        <p:spPr>
          <a:xfrm>
            <a:off x="9392044" y="6604353"/>
            <a:ext cx="2743200" cy="179092"/>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u="none" strike="noStrike" cap="none">
                <a:solidFill>
                  <a:schemeClr val="lt1"/>
                </a:solidFill>
                <a:latin typeface="Courier New" panose="02070309020205020404" pitchFamily="49" charset="0"/>
                <a:ea typeface="Roboto Mono Light"/>
                <a:cs typeface="Courier New" panose="02070309020205020404" pitchFamily="49" charset="0"/>
                <a:sym typeface="Roboto Mono Light"/>
              </a:rPr>
              <a:t>1</a:t>
            </a:fld>
            <a:endParaRPr sz="900" u="none" strike="noStrike" cap="none" dirty="0">
              <a:solidFill>
                <a:schemeClr val="lt1"/>
              </a:solidFill>
              <a:latin typeface="Courier New" panose="02070309020205020404" pitchFamily="49" charset="0"/>
              <a:ea typeface="Roboto Mono Light"/>
              <a:cs typeface="Courier New" panose="02070309020205020404" pitchFamily="49" charset="0"/>
              <a:sym typeface="Roboto Mono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0" y="0"/>
            <a:ext cx="12192000" cy="6858000"/>
          </a:xfrm>
          <a:prstGeom prst="rect">
            <a:avLst/>
          </a:prstGeom>
          <a:noFill/>
          <a:ln>
            <a:noFill/>
          </a:ln>
        </p:spPr>
      </p:pic>
      <p:sp>
        <p:nvSpPr>
          <p:cNvPr id="55" name="Google Shape;55;p2"/>
          <p:cNvSpPr/>
          <p:nvPr/>
        </p:nvSpPr>
        <p:spPr>
          <a:xfrm>
            <a:off x="0" y="0"/>
            <a:ext cx="12192000" cy="6858000"/>
          </a:xfrm>
          <a:prstGeom prst="rect">
            <a:avLst/>
          </a:prstGeom>
          <a:solidFill>
            <a:srgbClr val="06234B">
              <a:alpha val="62745"/>
            </a:srgbClr>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7" name="Google Shape;57;p2"/>
          <p:cNvSpPr txBox="1"/>
          <p:nvPr/>
        </p:nvSpPr>
        <p:spPr>
          <a:xfrm>
            <a:off x="394278" y="3728434"/>
            <a:ext cx="2323697" cy="389757"/>
          </a:xfrm>
          <a:prstGeom prst="rect">
            <a:avLst/>
          </a:prstGeom>
          <a:noFill/>
          <a:ln>
            <a:noFill/>
          </a:ln>
        </p:spPr>
        <p:txBody>
          <a:bodyPr spcFirstLastPara="1" wrap="square" lIns="91425" tIns="45700" rIns="91425" bIns="45700" anchor="t" anchorCtr="0">
            <a:normAutofit fontScale="97500" lnSpcReduction="10000"/>
          </a:bodyPr>
          <a:lstStyle/>
          <a:p>
            <a:pPr marL="0" marR="0" lvl="0" indent="0" algn="l" rtl="0">
              <a:lnSpc>
                <a:spcPct val="90000"/>
              </a:lnSpc>
              <a:spcBef>
                <a:spcPts val="0"/>
              </a:spcBef>
              <a:spcAft>
                <a:spcPts val="0"/>
              </a:spcAft>
              <a:buClr>
                <a:schemeClr val="lt1"/>
              </a:buClr>
              <a:buSzPct val="100000"/>
              <a:buFont typeface="Open Sans Light"/>
              <a:buNone/>
            </a:pPr>
            <a:r>
              <a:rPr lang="en-US" sz="2400" b="0" i="0" u="none" strike="noStrike" cap="none" dirty="0">
                <a:solidFill>
                  <a:schemeClr val="lt1"/>
                </a:solidFill>
                <a:latin typeface="Arial" panose="020B0604020202020204" pitchFamily="34" charset="0"/>
                <a:ea typeface="Open Sans Light"/>
                <a:cs typeface="Arial" panose="020B0604020202020204" pitchFamily="34" charset="0"/>
                <a:sym typeface="Open Sans Light"/>
              </a:rPr>
              <a:t>Sub-Head Here</a:t>
            </a:r>
            <a:endParaRPr sz="2400" b="1" u="none" strike="noStrike" cap="none" dirty="0">
              <a:solidFill>
                <a:schemeClr val="lt1"/>
              </a:solidFill>
              <a:latin typeface="Arial" panose="020B0604020202020204" pitchFamily="34" charset="0"/>
              <a:ea typeface="Roboto Mono"/>
              <a:cs typeface="Arial" panose="020B0604020202020204" pitchFamily="34" charset="0"/>
              <a:sym typeface="Roboto Mono"/>
            </a:endParaRPr>
          </a:p>
        </p:txBody>
      </p:sp>
      <p:sp>
        <p:nvSpPr>
          <p:cNvPr id="58" name="Google Shape;58;p2"/>
          <p:cNvSpPr txBox="1"/>
          <p:nvPr/>
        </p:nvSpPr>
        <p:spPr>
          <a:xfrm>
            <a:off x="321450" y="2729082"/>
            <a:ext cx="11616550" cy="99935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7200"/>
              <a:buFont typeface="Oswald"/>
              <a:buNone/>
            </a:pPr>
            <a:r>
              <a:rPr lang="en-US" sz="6600" b="1" u="none" strike="noStrike" cap="none" dirty="0">
                <a:solidFill>
                  <a:schemeClr val="lt1"/>
                </a:solidFill>
                <a:latin typeface="Arial Black" panose="020B0604020202020204" pitchFamily="34" charset="0"/>
                <a:ea typeface="Oswald"/>
                <a:cs typeface="Arial Black" panose="020B0604020202020204" pitchFamily="34" charset="0"/>
                <a:sym typeface="Oswald"/>
              </a:rPr>
              <a:t>MAIN HEADLINE HERE</a:t>
            </a:r>
            <a:endParaRPr sz="6600" b="1" u="none" strike="noStrike" cap="none" dirty="0">
              <a:solidFill>
                <a:schemeClr val="lt1"/>
              </a:solidFill>
              <a:latin typeface="Arial Black" panose="020B0604020202020204" pitchFamily="34" charset="0"/>
              <a:ea typeface="Oswald"/>
              <a:cs typeface="Arial Black" panose="020B0604020202020204" pitchFamily="34" charset="0"/>
              <a:sym typeface="Oswald"/>
            </a:endParaRPr>
          </a:p>
        </p:txBody>
      </p:sp>
      <p:cxnSp>
        <p:nvCxnSpPr>
          <p:cNvPr id="59" name="Google Shape;59;p2"/>
          <p:cNvCxnSpPr/>
          <p:nvPr/>
        </p:nvCxnSpPr>
        <p:spPr>
          <a:xfrm>
            <a:off x="2635994" y="3886368"/>
            <a:ext cx="2661220" cy="0"/>
          </a:xfrm>
          <a:prstGeom prst="straightConnector1">
            <a:avLst/>
          </a:prstGeom>
          <a:noFill/>
          <a:ln w="12700" cap="flat" cmpd="sng">
            <a:solidFill>
              <a:schemeClr val="lt1"/>
            </a:solidFill>
            <a:prstDash val="solid"/>
            <a:miter lim="800000"/>
            <a:headEnd type="none" w="sm" len="sm"/>
            <a:tailEnd type="none" w="sm" len="sm"/>
          </a:ln>
        </p:spPr>
      </p:cxnSp>
      <p:sp>
        <p:nvSpPr>
          <p:cNvPr id="60" name="Google Shape;60;p2"/>
          <p:cNvSpPr txBox="1"/>
          <p:nvPr/>
        </p:nvSpPr>
        <p:spPr>
          <a:xfrm>
            <a:off x="5338344" y="3728434"/>
            <a:ext cx="2323697" cy="389757"/>
          </a:xfrm>
          <a:prstGeom prst="rect">
            <a:avLst/>
          </a:prstGeom>
          <a:noFill/>
          <a:ln>
            <a:noFill/>
          </a:ln>
        </p:spPr>
        <p:txBody>
          <a:bodyPr spcFirstLastPara="1" wrap="square" lIns="91425" tIns="45700" rIns="91425" bIns="45700" anchor="t" anchorCtr="0">
            <a:normAutofit fontScale="97500" lnSpcReduction="10000"/>
          </a:bodyPr>
          <a:lstStyle/>
          <a:p>
            <a:pPr marL="0" marR="0" lvl="0" indent="0" algn="l" rtl="0">
              <a:lnSpc>
                <a:spcPct val="90000"/>
              </a:lnSpc>
              <a:spcBef>
                <a:spcPts val="0"/>
              </a:spcBef>
              <a:spcAft>
                <a:spcPts val="0"/>
              </a:spcAft>
              <a:buClr>
                <a:schemeClr val="lt1"/>
              </a:buClr>
              <a:buSzPct val="100000"/>
              <a:buFont typeface="Open Sans Light"/>
              <a:buNone/>
            </a:pPr>
            <a:r>
              <a:rPr lang="en-US" sz="2400" b="0" i="0" u="none" strike="noStrike" cap="none" dirty="0">
                <a:solidFill>
                  <a:schemeClr val="lt1"/>
                </a:solidFill>
                <a:latin typeface="Arial" panose="020B0604020202020204" pitchFamily="34" charset="0"/>
                <a:ea typeface="Open Sans Light"/>
                <a:cs typeface="Arial" panose="020B0604020202020204" pitchFamily="34" charset="0"/>
                <a:sym typeface="Open Sans Light"/>
              </a:rPr>
              <a:t>Sub-Head Here</a:t>
            </a:r>
            <a:endParaRPr sz="2400" b="1" u="none" strike="noStrike" cap="none" dirty="0">
              <a:solidFill>
                <a:schemeClr val="lt1"/>
              </a:solidFill>
              <a:latin typeface="Arial" panose="020B0604020202020204" pitchFamily="34" charset="0"/>
              <a:ea typeface="Roboto Mono"/>
              <a:cs typeface="Arial" panose="020B0604020202020204" pitchFamily="34" charset="0"/>
              <a:sym typeface="Roboto Mono"/>
            </a:endParaRPr>
          </a:p>
        </p:txBody>
      </p:sp>
      <p:sp>
        <p:nvSpPr>
          <p:cNvPr id="62" name="Google Shape;62;p2"/>
          <p:cNvSpPr txBox="1"/>
          <p:nvPr/>
        </p:nvSpPr>
        <p:spPr>
          <a:xfrm>
            <a:off x="9392044" y="6604353"/>
            <a:ext cx="2743200" cy="179092"/>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u="none" strike="noStrike" cap="none">
                <a:solidFill>
                  <a:schemeClr val="lt1"/>
                </a:solidFill>
                <a:latin typeface="Courier New" panose="02070309020205020404" pitchFamily="49" charset="0"/>
                <a:ea typeface="Roboto Mono Light"/>
                <a:cs typeface="Courier New" panose="02070309020205020404" pitchFamily="49" charset="0"/>
                <a:sym typeface="Roboto Mono Light"/>
              </a:rPr>
              <a:t>2</a:t>
            </a:fld>
            <a:endParaRPr sz="900" u="none" strike="noStrike" cap="none" dirty="0">
              <a:solidFill>
                <a:schemeClr val="lt1"/>
              </a:solidFill>
              <a:latin typeface="Courier New" panose="02070309020205020404" pitchFamily="49" charset="0"/>
              <a:ea typeface="Roboto Mono Light"/>
              <a:cs typeface="Courier New" panose="02070309020205020404" pitchFamily="49" charset="0"/>
              <a:sym typeface="Roboto Mono Light"/>
            </a:endParaRPr>
          </a:p>
        </p:txBody>
      </p:sp>
      <p:pic>
        <p:nvPicPr>
          <p:cNvPr id="7" name="Picture 6" descr="Text&#10;&#10;Description automatically generated with medium confidence">
            <a:extLst>
              <a:ext uri="{FF2B5EF4-FFF2-40B4-BE49-F238E27FC236}">
                <a16:creationId xmlns:a16="http://schemas.microsoft.com/office/drawing/2014/main" id="{FFD67C2C-DDAF-06FE-CE0F-3FED92766F9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0" y="-72460"/>
            <a:ext cx="2680070" cy="97880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3" descr="A person in a suit and tie&#10;&#10;Description automatically generated with medium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854025" y="2339602"/>
            <a:ext cx="2549839" cy="2544557"/>
          </a:xfrm>
          <a:prstGeom prst="rect">
            <a:avLst/>
          </a:prstGeom>
          <a:noFill/>
          <a:ln>
            <a:noFill/>
          </a:ln>
        </p:spPr>
      </p:pic>
      <p:pic>
        <p:nvPicPr>
          <p:cNvPr id="69" name="Google Shape;69;p3" descr="A person standing on a bridge&#10;&#10;Description automatically generated with low confidence"/>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4793767" y="2339602"/>
            <a:ext cx="2604463" cy="2544557"/>
          </a:xfrm>
          <a:prstGeom prst="rect">
            <a:avLst/>
          </a:prstGeom>
          <a:noFill/>
          <a:ln>
            <a:noFill/>
          </a:ln>
        </p:spPr>
      </p:pic>
      <p:pic>
        <p:nvPicPr>
          <p:cNvPr id="70" name="Google Shape;70;p3" descr="A person standing in front of a sign&#10;&#10;Description automatically generated with medium confidence"/>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7788133" y="2339602"/>
            <a:ext cx="2604463" cy="2544557"/>
          </a:xfrm>
          <a:prstGeom prst="rect">
            <a:avLst/>
          </a:prstGeom>
          <a:noFill/>
          <a:ln>
            <a:noFill/>
          </a:ln>
        </p:spPr>
      </p:pic>
      <p:pic>
        <p:nvPicPr>
          <p:cNvPr id="71" name="Google Shape;71;p3" descr="Icon&#10;&#10;Description automatically generated with low confidence"/>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rot="-5400000">
            <a:off x="4049192" y="4712366"/>
            <a:ext cx="405340" cy="304005"/>
          </a:xfrm>
          <a:prstGeom prst="rect">
            <a:avLst/>
          </a:prstGeom>
          <a:noFill/>
          <a:ln>
            <a:noFill/>
          </a:ln>
        </p:spPr>
      </p:pic>
      <p:pic>
        <p:nvPicPr>
          <p:cNvPr id="72" name="Google Shape;72;p3" descr="Icon&#10;&#10;Description automatically generated"/>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rot="2766041" flipH="1">
            <a:off x="7537627" y="4627288"/>
            <a:ext cx="359794" cy="489094"/>
          </a:xfrm>
          <a:prstGeom prst="rect">
            <a:avLst/>
          </a:prstGeom>
          <a:noFill/>
          <a:ln>
            <a:noFill/>
          </a:ln>
        </p:spPr>
      </p:pic>
      <p:sp>
        <p:nvSpPr>
          <p:cNvPr id="73" name="Google Shape;73;p3"/>
          <p:cNvSpPr txBox="1"/>
          <p:nvPr/>
        </p:nvSpPr>
        <p:spPr>
          <a:xfrm>
            <a:off x="1770510" y="4976928"/>
            <a:ext cx="2481352" cy="63046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1600"/>
              <a:buFont typeface="Roboto Mono Light"/>
              <a:buNone/>
            </a:pPr>
            <a:r>
              <a:rPr lang="en-US" sz="1600" u="none" strike="noStrike" cap="none" dirty="0">
                <a:solidFill>
                  <a:schemeClr val="lt1"/>
                </a:solidFill>
                <a:latin typeface="Courier New" panose="02070309020205020404" pitchFamily="49" charset="0"/>
                <a:ea typeface="Roboto Mono Light"/>
                <a:cs typeface="Courier New" panose="02070309020205020404" pitchFamily="49" charset="0"/>
                <a:sym typeface="Roboto Mono Light"/>
              </a:rPr>
              <a:t>JOHN DOE</a:t>
            </a:r>
            <a:endParaRPr dirty="0">
              <a:latin typeface="Courier New" panose="02070309020205020404" pitchFamily="49" charset="0"/>
            </a:endParaRPr>
          </a:p>
          <a:p>
            <a:pPr marL="0" marR="0" lvl="0" indent="0" algn="l" rtl="0">
              <a:lnSpc>
                <a:spcPct val="90000"/>
              </a:lnSpc>
              <a:spcBef>
                <a:spcPts val="600"/>
              </a:spcBef>
              <a:spcAft>
                <a:spcPts val="0"/>
              </a:spcAft>
              <a:buClr>
                <a:schemeClr val="lt1"/>
              </a:buClr>
              <a:buSzPts val="1200"/>
              <a:buFont typeface="Roboto Mono Light"/>
              <a:buNone/>
            </a:pPr>
            <a:r>
              <a:rPr lang="en-US" sz="1200" u="none" strike="noStrike" cap="none" dirty="0">
                <a:solidFill>
                  <a:schemeClr val="lt1"/>
                </a:solidFill>
                <a:latin typeface="Courier New" panose="02070309020205020404" pitchFamily="49" charset="0"/>
                <a:ea typeface="Roboto Mono Light"/>
                <a:cs typeface="Courier New" panose="02070309020205020404" pitchFamily="49" charset="0"/>
                <a:sym typeface="Roboto Mono Light"/>
              </a:rPr>
              <a:t>Title Here</a:t>
            </a:r>
            <a:endParaRPr sz="1200" u="none" strike="noStrike" cap="none" dirty="0">
              <a:solidFill>
                <a:schemeClr val="lt1"/>
              </a:solidFill>
              <a:latin typeface="Courier New" panose="02070309020205020404" pitchFamily="49" charset="0"/>
              <a:ea typeface="Roboto Mono Light"/>
              <a:cs typeface="Courier New" panose="02070309020205020404" pitchFamily="49" charset="0"/>
              <a:sym typeface="Roboto Mono Light"/>
            </a:endParaRPr>
          </a:p>
        </p:txBody>
      </p:sp>
      <p:sp>
        <p:nvSpPr>
          <p:cNvPr id="74" name="Google Shape;74;p3"/>
          <p:cNvSpPr txBox="1"/>
          <p:nvPr/>
        </p:nvSpPr>
        <p:spPr>
          <a:xfrm>
            <a:off x="4711112" y="4976928"/>
            <a:ext cx="2481352" cy="63046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1600"/>
              <a:buFont typeface="Roboto Mono Light"/>
              <a:buNone/>
            </a:pPr>
            <a:r>
              <a:rPr lang="en-US" sz="1600" u="none" strike="noStrike" cap="none" dirty="0">
                <a:solidFill>
                  <a:schemeClr val="lt1"/>
                </a:solidFill>
                <a:latin typeface="Courier New" panose="02070309020205020404" pitchFamily="49" charset="0"/>
                <a:ea typeface="Roboto Mono Light"/>
                <a:cs typeface="Courier New" panose="02070309020205020404" pitchFamily="49" charset="0"/>
                <a:sym typeface="Roboto Mono Light"/>
              </a:rPr>
              <a:t>JANE DOE</a:t>
            </a:r>
            <a:endParaRPr dirty="0">
              <a:latin typeface="Courier New" panose="02070309020205020404" pitchFamily="49" charset="0"/>
            </a:endParaRPr>
          </a:p>
          <a:p>
            <a:pPr marL="0" marR="0" lvl="0" indent="0" algn="l" rtl="0">
              <a:lnSpc>
                <a:spcPct val="90000"/>
              </a:lnSpc>
              <a:spcBef>
                <a:spcPts val="600"/>
              </a:spcBef>
              <a:spcAft>
                <a:spcPts val="0"/>
              </a:spcAft>
              <a:buClr>
                <a:schemeClr val="lt1"/>
              </a:buClr>
              <a:buSzPts val="1200"/>
              <a:buFont typeface="Roboto Mono Light"/>
              <a:buNone/>
            </a:pPr>
            <a:r>
              <a:rPr lang="en-US" sz="1200" u="none" strike="noStrike" cap="none" dirty="0">
                <a:solidFill>
                  <a:schemeClr val="lt1"/>
                </a:solidFill>
                <a:latin typeface="Courier New" panose="02070309020205020404" pitchFamily="49" charset="0"/>
                <a:ea typeface="Roboto Mono Light"/>
                <a:cs typeface="Courier New" panose="02070309020205020404" pitchFamily="49" charset="0"/>
                <a:sym typeface="Roboto Mono Light"/>
              </a:rPr>
              <a:t>Title Here</a:t>
            </a:r>
            <a:endParaRPr sz="1200" u="none" strike="noStrike" cap="none" dirty="0">
              <a:solidFill>
                <a:schemeClr val="lt1"/>
              </a:solidFill>
              <a:latin typeface="Courier New" panose="02070309020205020404" pitchFamily="49" charset="0"/>
              <a:ea typeface="Roboto Mono Light"/>
              <a:cs typeface="Courier New" panose="02070309020205020404" pitchFamily="49" charset="0"/>
              <a:sym typeface="Roboto Mono Light"/>
            </a:endParaRPr>
          </a:p>
        </p:txBody>
      </p:sp>
      <p:sp>
        <p:nvSpPr>
          <p:cNvPr id="75" name="Google Shape;75;p3"/>
          <p:cNvSpPr txBox="1"/>
          <p:nvPr/>
        </p:nvSpPr>
        <p:spPr>
          <a:xfrm>
            <a:off x="7690905" y="4976928"/>
            <a:ext cx="2481352" cy="63046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1600"/>
              <a:buFont typeface="Roboto Mono Light"/>
              <a:buNone/>
            </a:pPr>
            <a:r>
              <a:rPr lang="en-US" sz="1600" u="none" strike="noStrike" cap="none" dirty="0">
                <a:solidFill>
                  <a:schemeClr val="lt1"/>
                </a:solidFill>
                <a:latin typeface="Courier New" panose="02070309020205020404" pitchFamily="49" charset="0"/>
                <a:ea typeface="Roboto Mono Light"/>
                <a:cs typeface="Courier New" panose="02070309020205020404" pitchFamily="49" charset="0"/>
                <a:sym typeface="Roboto Mono Light"/>
              </a:rPr>
              <a:t>JANE DOE</a:t>
            </a:r>
            <a:endParaRPr dirty="0">
              <a:latin typeface="Courier New" panose="02070309020205020404" pitchFamily="49" charset="0"/>
            </a:endParaRPr>
          </a:p>
          <a:p>
            <a:pPr marL="0" marR="0" lvl="0" indent="0" algn="l" rtl="0">
              <a:lnSpc>
                <a:spcPct val="90000"/>
              </a:lnSpc>
              <a:spcBef>
                <a:spcPts val="600"/>
              </a:spcBef>
              <a:spcAft>
                <a:spcPts val="0"/>
              </a:spcAft>
              <a:buClr>
                <a:schemeClr val="lt1"/>
              </a:buClr>
              <a:buSzPts val="1200"/>
              <a:buFont typeface="Roboto Mono Light"/>
              <a:buNone/>
            </a:pPr>
            <a:r>
              <a:rPr lang="en-US" sz="1200" u="none" strike="noStrike" cap="none" dirty="0">
                <a:solidFill>
                  <a:schemeClr val="lt1"/>
                </a:solidFill>
                <a:latin typeface="Courier New" panose="02070309020205020404" pitchFamily="49" charset="0"/>
                <a:ea typeface="Roboto Mono Light"/>
                <a:cs typeface="Courier New" panose="02070309020205020404" pitchFamily="49" charset="0"/>
                <a:sym typeface="Roboto Mono Light"/>
              </a:rPr>
              <a:t>Title Here</a:t>
            </a:r>
            <a:endParaRPr sz="1200" u="none" strike="noStrike" cap="none" dirty="0">
              <a:solidFill>
                <a:schemeClr val="lt1"/>
              </a:solidFill>
              <a:latin typeface="Courier New" panose="02070309020205020404" pitchFamily="49" charset="0"/>
              <a:ea typeface="Roboto Mono Light"/>
              <a:cs typeface="Courier New" panose="02070309020205020404" pitchFamily="49" charset="0"/>
              <a:sym typeface="Roboto Mono Light"/>
            </a:endParaRPr>
          </a:p>
        </p:txBody>
      </p:sp>
      <p:pic>
        <p:nvPicPr>
          <p:cNvPr id="76" name="Google Shape;76;p3" descr="Background pattern&#10;&#10;Description automatically generated"/>
          <p:cNvPicPr preferRelativeResize="0"/>
          <p:nvPr/>
        </p:nvPicPr>
        <p:blipFill rotWithShape="1">
          <a:blip r:embed="rId8" cstate="screen">
            <a:alphaModFix/>
            <a:extLst>
              <a:ext uri="{28A0092B-C50C-407E-A947-70E740481C1C}">
                <a14:useLocalDpi xmlns:a14="http://schemas.microsoft.com/office/drawing/2010/main"/>
              </a:ext>
            </a:extLst>
          </a:blip>
          <a:srcRect/>
          <a:stretch/>
        </p:blipFill>
        <p:spPr>
          <a:xfrm>
            <a:off x="4637133" y="1953755"/>
            <a:ext cx="2917730" cy="141539"/>
          </a:xfrm>
          <a:prstGeom prst="rect">
            <a:avLst/>
          </a:prstGeom>
          <a:noFill/>
          <a:ln>
            <a:noFill/>
          </a:ln>
        </p:spPr>
      </p:pic>
      <p:sp>
        <p:nvSpPr>
          <p:cNvPr id="77" name="Google Shape;77;p3"/>
          <p:cNvSpPr txBox="1"/>
          <p:nvPr/>
        </p:nvSpPr>
        <p:spPr>
          <a:xfrm>
            <a:off x="3620812" y="1483040"/>
            <a:ext cx="4950371" cy="4202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lt1"/>
              </a:buClr>
              <a:buSzPts val="2800"/>
              <a:buFont typeface="Roboto Mono Light"/>
              <a:buNone/>
            </a:pPr>
            <a:r>
              <a:rPr lang="en-US" sz="2800" u="none" strike="noStrike" cap="none" dirty="0">
                <a:solidFill>
                  <a:schemeClr val="lt1"/>
                </a:solidFill>
                <a:latin typeface="Courier New" panose="02070309020205020404" pitchFamily="49" charset="0"/>
                <a:ea typeface="Roboto Mono Light"/>
                <a:cs typeface="Courier New" panose="02070309020205020404" pitchFamily="49" charset="0"/>
                <a:sym typeface="Roboto Mono Light"/>
              </a:rPr>
              <a:t>INTRODUCTIONS</a:t>
            </a:r>
            <a:endParaRPr sz="2800" u="none" strike="noStrike" cap="none" dirty="0">
              <a:solidFill>
                <a:schemeClr val="lt1"/>
              </a:solidFill>
              <a:latin typeface="Courier New" panose="02070309020205020404" pitchFamily="49" charset="0"/>
              <a:ea typeface="Roboto Mono Light"/>
              <a:cs typeface="Courier New" panose="02070309020205020404" pitchFamily="49" charset="0"/>
              <a:sym typeface="Roboto Mono Light"/>
            </a:endParaRPr>
          </a:p>
        </p:txBody>
      </p:sp>
      <p:sp>
        <p:nvSpPr>
          <p:cNvPr id="78" name="Google Shape;78;p3"/>
          <p:cNvSpPr txBox="1"/>
          <p:nvPr/>
        </p:nvSpPr>
        <p:spPr>
          <a:xfrm>
            <a:off x="9392044" y="6604353"/>
            <a:ext cx="2743200" cy="179092"/>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u="none" strike="noStrike" cap="none">
                <a:solidFill>
                  <a:schemeClr val="lt1"/>
                </a:solidFill>
                <a:latin typeface="Courier New" panose="02070309020205020404" pitchFamily="49" charset="0"/>
                <a:ea typeface="Roboto Mono Light"/>
                <a:cs typeface="Courier New" panose="02070309020205020404" pitchFamily="49" charset="0"/>
                <a:sym typeface="Roboto Mono Light"/>
              </a:rPr>
              <a:t>3</a:t>
            </a:fld>
            <a:endParaRPr sz="900" u="none" strike="noStrike" cap="none" dirty="0">
              <a:solidFill>
                <a:schemeClr val="lt1"/>
              </a:solidFill>
              <a:latin typeface="Courier New" panose="02070309020205020404" pitchFamily="49" charset="0"/>
              <a:ea typeface="Roboto Mono Light"/>
              <a:cs typeface="Courier New" panose="02070309020205020404" pitchFamily="49" charset="0"/>
              <a:sym typeface="Roboto Mono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63E05-BC7F-8947-88F8-24098E96C095}"/>
              </a:ext>
            </a:extLst>
          </p:cNvPr>
          <p:cNvSpPr>
            <a:spLocks noGrp="1"/>
          </p:cNvSpPr>
          <p:nvPr>
            <p:ph type="ctrTitle"/>
          </p:nvPr>
        </p:nvSpPr>
        <p:spPr>
          <a:xfrm>
            <a:off x="4043314" y="1116213"/>
            <a:ext cx="9144000" cy="2387600"/>
          </a:xfrm>
        </p:spPr>
        <p:txBody>
          <a:bodyPr/>
          <a:lstStyle/>
          <a:p>
            <a:r>
              <a:rPr lang="en-US" sz="4000" dirty="0"/>
              <a:t>COLORADO </a:t>
            </a:r>
            <a:br>
              <a:rPr lang="en-US" sz="4000" dirty="0"/>
            </a:br>
            <a:r>
              <a:rPr lang="en-US" sz="4000" dirty="0"/>
              <a:t>SCHOOL OF MINES</a:t>
            </a:r>
          </a:p>
        </p:txBody>
      </p:sp>
      <p:sp>
        <p:nvSpPr>
          <p:cNvPr id="5" name="Text Placeholder 4">
            <a:extLst>
              <a:ext uri="{FF2B5EF4-FFF2-40B4-BE49-F238E27FC236}">
                <a16:creationId xmlns:a16="http://schemas.microsoft.com/office/drawing/2014/main" id="{66806D26-BB8C-C04C-930C-07B96DF07CEC}"/>
              </a:ext>
            </a:extLst>
          </p:cNvPr>
          <p:cNvSpPr>
            <a:spLocks noGrp="1"/>
          </p:cNvSpPr>
          <p:nvPr>
            <p:ph type="body" sz="quarter" idx="18"/>
          </p:nvPr>
        </p:nvSpPr>
        <p:spPr>
          <a:xfrm>
            <a:off x="4043314" y="3856237"/>
            <a:ext cx="7342081" cy="2903537"/>
          </a:xfrm>
        </p:spPr>
        <p:txBody>
          <a:bodyPr vert="horz" lIns="91440" tIns="45720" rIns="91440" bIns="45720" rtlCol="0" anchor="t">
            <a:normAutofit/>
          </a:bodyPr>
          <a:lstStyle/>
          <a:p>
            <a:pPr marL="0" indent="0">
              <a:buNone/>
            </a:pPr>
            <a:r>
              <a:rPr lang="en-US" dirty="0">
                <a:latin typeface="Arial"/>
                <a:cs typeface="Arial"/>
              </a:rPr>
              <a:t>Our STEM-focused education and research produce the talent, knowledge and solutions to serve industry and benefit society – all to create a more prosperous future. It's the mission Mines was founded on 150 years ago and where we continue to excel today.</a:t>
            </a:r>
            <a:endParaRPr lang="en-US" dirty="0">
              <a:latin typeface="Arial" panose="020B0604020202020204" pitchFamily="34" charset="0"/>
              <a:cs typeface="Arial" panose="020B0604020202020204" pitchFamily="34" charset="0"/>
            </a:endParaRPr>
          </a:p>
          <a:p>
            <a:pPr marL="0" indent="0">
              <a:buNone/>
            </a:pPr>
            <a:br>
              <a:rPr lang="en-US" dirty="0">
                <a:latin typeface="Arial"/>
                <a:cs typeface="Arial"/>
              </a:rPr>
            </a:br>
            <a:r>
              <a:rPr lang="en-US" dirty="0">
                <a:latin typeface="Arial"/>
                <a:cs typeface="Arial"/>
              </a:rPr>
              <a:t>We’re a community of innovative leaders and resilient problem-solvers who revel in challenges and work together to engineer solutions on Earth and beyond.</a:t>
            </a:r>
            <a:endParaRPr lang="en-US" dirty="0"/>
          </a:p>
        </p:txBody>
      </p:sp>
      <p:pic>
        <p:nvPicPr>
          <p:cNvPr id="9" name="Picture 8">
            <a:extLst>
              <a:ext uri="{FF2B5EF4-FFF2-40B4-BE49-F238E27FC236}">
                <a16:creationId xmlns:a16="http://schemas.microsoft.com/office/drawing/2014/main" id="{FA01FC49-0546-B347-9448-CFA233E5D976}"/>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rot="485044">
            <a:off x="10927998" y="2765778"/>
            <a:ext cx="1606372" cy="1606372"/>
          </a:xfrm>
          <a:prstGeom prst="rect">
            <a:avLst/>
          </a:prstGeom>
        </p:spPr>
      </p:pic>
      <p:cxnSp>
        <p:nvCxnSpPr>
          <p:cNvPr id="16" name="Straight Connector 15">
            <a:extLst>
              <a:ext uri="{FF2B5EF4-FFF2-40B4-BE49-F238E27FC236}">
                <a16:creationId xmlns:a16="http://schemas.microsoft.com/office/drawing/2014/main" id="{DF84E0E9-E727-5D42-B60C-249DEC5D5A0E}"/>
              </a:ext>
            </a:extLst>
          </p:cNvPr>
          <p:cNvCxnSpPr>
            <a:cxnSpLocks/>
          </p:cNvCxnSpPr>
          <p:nvPr/>
        </p:nvCxnSpPr>
        <p:spPr>
          <a:xfrm>
            <a:off x="4170130" y="3538538"/>
            <a:ext cx="5355832" cy="0"/>
          </a:xfrm>
          <a:prstGeom prst="line">
            <a:avLst/>
          </a:prstGeom>
          <a:ln w="101600">
            <a:solidFill>
              <a:srgbClr val="F0F600"/>
            </a:solidFill>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FB4AAB3E-C4DC-0A35-B008-238680929850}"/>
              </a:ext>
            </a:extLst>
          </p:cNvPr>
          <p:cNvSpPr>
            <a:spLocks noGrp="1"/>
          </p:cNvSpPr>
          <p:nvPr>
            <p:ph type="body" sz="quarter" idx="10"/>
          </p:nvPr>
        </p:nvSpPr>
        <p:spPr>
          <a:xfrm>
            <a:off x="4122604" y="1657255"/>
            <a:ext cx="6392895" cy="601663"/>
          </a:xfrm>
        </p:spPr>
        <p:txBody>
          <a:bodyPr vert="horz" lIns="91440" tIns="45720" rIns="91440" bIns="45720" rtlCol="0" anchor="t">
            <a:normAutofit/>
          </a:bodyPr>
          <a:lstStyle/>
          <a:p>
            <a:pPr marL="0" indent="0">
              <a:buNone/>
            </a:pPr>
            <a:r>
              <a:rPr lang="en-US" sz="1400" dirty="0">
                <a:latin typeface="Arial Black"/>
              </a:rPr>
              <a:t>COLORADO'S PREMIER ENGINEERING &amp; APPLIED SCIENCE UNIVERSITY FOR 150 YEARS AND COUNTING...</a:t>
            </a:r>
          </a:p>
        </p:txBody>
      </p:sp>
      <p:pic>
        <p:nvPicPr>
          <p:cNvPr id="3" name="Picture 3">
            <a:extLst>
              <a:ext uri="{FF2B5EF4-FFF2-40B4-BE49-F238E27FC236}">
                <a16:creationId xmlns:a16="http://schemas.microsoft.com/office/drawing/2014/main" id="{03B4449B-AADE-AC2E-A1E9-7BB63A596692}"/>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0" y="-39853"/>
            <a:ext cx="3754686" cy="6897853"/>
          </a:xfrm>
          <a:prstGeom prst="rect">
            <a:avLst/>
          </a:prstGeom>
        </p:spPr>
      </p:pic>
      <p:pic>
        <p:nvPicPr>
          <p:cNvPr id="8" name="Picture 9" descr="A picture containing text, sign, dark&#10;&#10;Description automatically generated">
            <a:extLst>
              <a:ext uri="{FF2B5EF4-FFF2-40B4-BE49-F238E27FC236}">
                <a16:creationId xmlns:a16="http://schemas.microsoft.com/office/drawing/2014/main" id="{AC74521E-45BA-C877-49A6-4ABEEC36909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527005" y="-49574"/>
            <a:ext cx="2743200" cy="1001516"/>
          </a:xfrm>
          <a:prstGeom prst="rect">
            <a:avLst/>
          </a:prstGeom>
        </p:spPr>
      </p:pic>
    </p:spTree>
    <p:extLst>
      <p:ext uri="{BB962C8B-B14F-4D97-AF65-F5344CB8AC3E}">
        <p14:creationId xmlns:p14="http://schemas.microsoft.com/office/powerpoint/2010/main" val="3633095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9E08E3A0-6B64-D113-6CBC-3B8FBCF7776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446794" y="-4411"/>
            <a:ext cx="2743200" cy="2194560"/>
          </a:xfrm>
          <a:prstGeom prst="rect">
            <a:avLst/>
          </a:prstGeom>
        </p:spPr>
      </p:pic>
      <p:sp>
        <p:nvSpPr>
          <p:cNvPr id="121" name="Google Shape;121;p8"/>
          <p:cNvSpPr txBox="1"/>
          <p:nvPr/>
        </p:nvSpPr>
        <p:spPr>
          <a:xfrm>
            <a:off x="9392044" y="6604353"/>
            <a:ext cx="2743200" cy="179092"/>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a:solidFill>
                  <a:srgbClr val="06234B"/>
                </a:solidFill>
                <a:latin typeface="Courier New" panose="02070309020205020404" pitchFamily="49" charset="0"/>
                <a:ea typeface="Roboto Mono Light"/>
                <a:cs typeface="Courier New" panose="02070309020205020404" pitchFamily="49" charset="0"/>
                <a:sym typeface="Roboto Mono Light"/>
              </a:rPr>
              <a:t>5</a:t>
            </a:fld>
            <a:endParaRPr sz="900">
              <a:solidFill>
                <a:srgbClr val="06234B"/>
              </a:solidFill>
              <a:latin typeface="Courier New" panose="02070309020205020404" pitchFamily="49" charset="0"/>
              <a:ea typeface="Roboto Mono Light"/>
              <a:cs typeface="Courier New" panose="02070309020205020404" pitchFamily="49" charset="0"/>
              <a:sym typeface="Roboto Mono Light"/>
            </a:endParaRPr>
          </a:p>
        </p:txBody>
      </p:sp>
      <p:cxnSp>
        <p:nvCxnSpPr>
          <p:cNvPr id="125" name="Google Shape;125;p8"/>
          <p:cNvCxnSpPr>
            <a:cxnSpLocks/>
          </p:cNvCxnSpPr>
          <p:nvPr/>
        </p:nvCxnSpPr>
        <p:spPr>
          <a:xfrm flipV="1">
            <a:off x="3954071" y="1618588"/>
            <a:ext cx="34757" cy="4510097"/>
          </a:xfrm>
          <a:prstGeom prst="straightConnector1">
            <a:avLst/>
          </a:prstGeom>
          <a:noFill/>
          <a:ln w="12700" cap="flat" cmpd="sng">
            <a:solidFill>
              <a:srgbClr val="889FC7"/>
            </a:solidFill>
            <a:prstDash val="solid"/>
            <a:miter lim="800000"/>
            <a:headEnd type="none" w="sm" len="sm"/>
            <a:tailEnd type="none" w="sm" len="sm"/>
          </a:ln>
        </p:spPr>
      </p:cxnSp>
      <p:cxnSp>
        <p:nvCxnSpPr>
          <p:cNvPr id="128" name="Google Shape;128;p8"/>
          <p:cNvCxnSpPr>
            <a:cxnSpLocks/>
          </p:cNvCxnSpPr>
          <p:nvPr/>
        </p:nvCxnSpPr>
        <p:spPr>
          <a:xfrm flipV="1">
            <a:off x="7907662" y="1615946"/>
            <a:ext cx="0" cy="4463578"/>
          </a:xfrm>
          <a:prstGeom prst="straightConnector1">
            <a:avLst/>
          </a:prstGeom>
          <a:noFill/>
          <a:ln w="12700" cap="flat" cmpd="sng">
            <a:solidFill>
              <a:srgbClr val="889FC7"/>
            </a:solidFill>
            <a:prstDash val="solid"/>
            <a:miter lim="800000"/>
            <a:headEnd type="none" w="sm" len="sm"/>
            <a:tailEnd type="none" w="sm" len="sm"/>
          </a:ln>
        </p:spPr>
      </p:cxnSp>
      <p:sp>
        <p:nvSpPr>
          <p:cNvPr id="2" name="Google Shape;111;p7">
            <a:extLst>
              <a:ext uri="{FF2B5EF4-FFF2-40B4-BE49-F238E27FC236}">
                <a16:creationId xmlns:a16="http://schemas.microsoft.com/office/drawing/2014/main" id="{7AD6DB01-648A-CBE7-6CB4-8FC4E62C0A20}"/>
              </a:ext>
            </a:extLst>
          </p:cNvPr>
          <p:cNvSpPr txBox="1"/>
          <p:nvPr/>
        </p:nvSpPr>
        <p:spPr>
          <a:xfrm>
            <a:off x="384510" y="214411"/>
            <a:ext cx="6444549" cy="307736"/>
          </a:xfrm>
          <a:prstGeom prst="rect">
            <a:avLst/>
          </a:prstGeom>
          <a:noFill/>
          <a:ln>
            <a:noFill/>
          </a:ln>
        </p:spPr>
        <p:txBody>
          <a:bodyPr spcFirstLastPara="1" wrap="square" lIns="91425" tIns="45700" rIns="91425" bIns="45700" anchor="t" anchorCtr="0">
            <a:spAutoFit/>
          </a:bodyPr>
          <a:lstStyle/>
          <a:p>
            <a:r>
              <a:rPr lang="en-US" sz="1400" b="1">
                <a:solidFill>
                  <a:srgbClr val="06234B"/>
                </a:solidFill>
                <a:latin typeface="Courier New"/>
                <a:ea typeface="Open Sans"/>
                <a:cs typeface="Courier New"/>
                <a:sym typeface="Open Sans"/>
              </a:rPr>
              <a:t>ABOUT COLORADO SCHOOL OF MINES </a:t>
            </a:r>
            <a:r>
              <a:rPr lang="en-US" sz="1400" b="1">
                <a:solidFill>
                  <a:srgbClr val="06234B"/>
                </a:solidFill>
                <a:latin typeface="Arial Black"/>
                <a:ea typeface="Open Sans Light"/>
                <a:cs typeface="Arial Black" panose="020B0604020202020204" pitchFamily="34" charset="0"/>
                <a:sym typeface="Open Sans Light"/>
              </a:rPr>
              <a:t>|</a:t>
            </a:r>
            <a:r>
              <a:rPr lang="en-US" sz="1400" b="1">
                <a:solidFill>
                  <a:srgbClr val="06234B"/>
                </a:solidFill>
                <a:latin typeface="Arial Black"/>
                <a:ea typeface="Open Sans"/>
                <a:cs typeface="Arial Black" panose="020B0604020202020204" pitchFamily="34" charset="0"/>
                <a:sym typeface="Open Sans"/>
              </a:rPr>
              <a:t>  OUR COMMUNITY</a:t>
            </a:r>
            <a:endParaRPr b="1">
              <a:latin typeface="Arial Black" panose="020B0604020202020204" pitchFamily="34" charset="0"/>
              <a:cs typeface="Arial Black" panose="020B0604020202020204" pitchFamily="34" charset="0"/>
            </a:endParaRPr>
          </a:p>
        </p:txBody>
      </p:sp>
      <p:sp>
        <p:nvSpPr>
          <p:cNvPr id="4" name="Content Placeholder 1">
            <a:extLst>
              <a:ext uri="{FF2B5EF4-FFF2-40B4-BE49-F238E27FC236}">
                <a16:creationId xmlns:a16="http://schemas.microsoft.com/office/drawing/2014/main" id="{6277D851-03DC-6BFB-90EF-F8D4DAE129B8}"/>
              </a:ext>
            </a:extLst>
          </p:cNvPr>
          <p:cNvSpPr txBox="1">
            <a:spLocks/>
          </p:cNvSpPr>
          <p:nvPr/>
        </p:nvSpPr>
        <p:spPr>
          <a:xfrm>
            <a:off x="636355" y="3548916"/>
            <a:ext cx="3166740" cy="754602"/>
          </a:xfrm>
          <a:prstGeom prst="rect">
            <a:avLst/>
          </a:prstGeom>
        </p:spPr>
        <p:txBody>
          <a:bodyPr lIns="91440" tIns="45720" rIns="91440" bIns="4572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b="1" dirty="0">
                <a:solidFill>
                  <a:srgbClr val="CC4628"/>
                </a:solidFill>
              </a:rPr>
              <a:t>Collaborative leaders who revel </a:t>
            </a:r>
            <a:br>
              <a:rPr lang="en-US" sz="2400" b="1" dirty="0">
                <a:solidFill>
                  <a:srgbClr val="CC4628"/>
                </a:solidFill>
              </a:rPr>
            </a:br>
            <a:r>
              <a:rPr lang="en-US" sz="2400" b="1" dirty="0">
                <a:solidFill>
                  <a:srgbClr val="CC4628"/>
                </a:solidFill>
              </a:rPr>
              <a:t>in a challenge</a:t>
            </a:r>
            <a:endParaRPr lang="en-US" dirty="0">
              <a:solidFill>
                <a:srgbClr val="CC4628"/>
              </a:solidFill>
            </a:endParaRPr>
          </a:p>
        </p:txBody>
      </p:sp>
      <p:sp>
        <p:nvSpPr>
          <p:cNvPr id="7" name="Content Placeholder 3">
            <a:extLst>
              <a:ext uri="{FF2B5EF4-FFF2-40B4-BE49-F238E27FC236}">
                <a16:creationId xmlns:a16="http://schemas.microsoft.com/office/drawing/2014/main" id="{2CE9A2D6-32C1-9D0C-A128-0CC9F1491C17}"/>
              </a:ext>
            </a:extLst>
          </p:cNvPr>
          <p:cNvSpPr txBox="1">
            <a:spLocks/>
          </p:cNvSpPr>
          <p:nvPr/>
        </p:nvSpPr>
        <p:spPr>
          <a:xfrm>
            <a:off x="4522311" y="3537679"/>
            <a:ext cx="3302631" cy="754602"/>
          </a:xfrm>
          <a:prstGeom prst="rect">
            <a:avLst/>
          </a:prstGeom>
        </p:spPr>
        <p:txBody>
          <a:bodyPr lIns="91440" tIns="45720" rIns="91440" bIns="4572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b="1" dirty="0">
                <a:solidFill>
                  <a:srgbClr val="CC4628"/>
                </a:solidFill>
              </a:rPr>
              <a:t>Innovation that</a:t>
            </a:r>
            <a:br>
              <a:rPr lang="en-US" sz="2400" b="1" dirty="0">
                <a:solidFill>
                  <a:srgbClr val="CC4628"/>
                </a:solidFill>
              </a:rPr>
            </a:br>
            <a:r>
              <a:rPr lang="en-US" sz="2400" b="1" dirty="0">
                <a:solidFill>
                  <a:srgbClr val="CC4628"/>
                </a:solidFill>
              </a:rPr>
              <a:t>forges new </a:t>
            </a:r>
            <a:br>
              <a:rPr lang="en-US" sz="2400" b="1" dirty="0">
                <a:solidFill>
                  <a:srgbClr val="CC4628"/>
                </a:solidFill>
              </a:rPr>
            </a:br>
            <a:r>
              <a:rPr lang="en-US" sz="2400" b="1" dirty="0">
                <a:solidFill>
                  <a:srgbClr val="CC4628"/>
                </a:solidFill>
              </a:rPr>
              <a:t>discoveries</a:t>
            </a:r>
            <a:endParaRPr lang="en-US" dirty="0"/>
          </a:p>
          <a:p>
            <a:endParaRPr lang="en-US" dirty="0"/>
          </a:p>
        </p:txBody>
      </p:sp>
      <p:sp>
        <p:nvSpPr>
          <p:cNvPr id="8" name="Content Placeholder 4">
            <a:extLst>
              <a:ext uri="{FF2B5EF4-FFF2-40B4-BE49-F238E27FC236}">
                <a16:creationId xmlns:a16="http://schemas.microsoft.com/office/drawing/2014/main" id="{7A499F1C-FCB2-2EC0-34D2-3543FD118E79}"/>
              </a:ext>
            </a:extLst>
          </p:cNvPr>
          <p:cNvSpPr txBox="1">
            <a:spLocks/>
          </p:cNvSpPr>
          <p:nvPr/>
        </p:nvSpPr>
        <p:spPr>
          <a:xfrm>
            <a:off x="4522312" y="4859519"/>
            <a:ext cx="3161520" cy="1408471"/>
          </a:xfrm>
          <a:prstGeom prst="rect">
            <a:avLst/>
          </a:prstGeom>
        </p:spPr>
        <p:txBody>
          <a:bodyPr lIns="91440" tIns="45720" rIns="91440" bIns="4572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solidFill>
                  <a:srgbClr val="183158"/>
                </a:solidFill>
              </a:rPr>
              <a:t>We innovate by breaking down tough challenges and exploring solutions that improve how the world works. </a:t>
            </a:r>
            <a:endParaRPr lang="en-US"/>
          </a:p>
          <a:p>
            <a:endParaRPr lang="en-US"/>
          </a:p>
        </p:txBody>
      </p:sp>
      <p:sp>
        <p:nvSpPr>
          <p:cNvPr id="10" name="Content Placeholder 5">
            <a:extLst>
              <a:ext uri="{FF2B5EF4-FFF2-40B4-BE49-F238E27FC236}">
                <a16:creationId xmlns:a16="http://schemas.microsoft.com/office/drawing/2014/main" id="{CC0FB1C5-A20A-C8F3-4F3C-4F0377326FB8}"/>
              </a:ext>
            </a:extLst>
          </p:cNvPr>
          <p:cNvSpPr txBox="1">
            <a:spLocks/>
          </p:cNvSpPr>
          <p:nvPr/>
        </p:nvSpPr>
        <p:spPr>
          <a:xfrm>
            <a:off x="8376370" y="3547086"/>
            <a:ext cx="3561851" cy="754602"/>
          </a:xfrm>
          <a:prstGeom prst="rect">
            <a:avLst/>
          </a:prstGeom>
        </p:spPr>
        <p:txBody>
          <a:bodyPr lIns="91440" tIns="45720" rIns="91440" bIns="4572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b="1" dirty="0">
                <a:solidFill>
                  <a:srgbClr val="CC4628"/>
                </a:solidFill>
              </a:rPr>
              <a:t>A more sustainable and prosperous future</a:t>
            </a:r>
            <a:endParaRPr lang="en-US" sz="2400" dirty="0">
              <a:solidFill>
                <a:srgbClr val="CC4628"/>
              </a:solidFill>
            </a:endParaRPr>
          </a:p>
          <a:p>
            <a:endParaRPr lang="en-US" sz="2400" b="1" dirty="0">
              <a:solidFill>
                <a:srgbClr val="CC4628"/>
              </a:solidFill>
            </a:endParaRPr>
          </a:p>
        </p:txBody>
      </p:sp>
      <p:sp>
        <p:nvSpPr>
          <p:cNvPr id="11" name="Content Placeholder 6">
            <a:extLst>
              <a:ext uri="{FF2B5EF4-FFF2-40B4-BE49-F238E27FC236}">
                <a16:creationId xmlns:a16="http://schemas.microsoft.com/office/drawing/2014/main" id="{795F81E0-0EA5-42E9-3C3C-90A5212ED528}"/>
              </a:ext>
            </a:extLst>
          </p:cNvPr>
          <p:cNvSpPr txBox="1">
            <a:spLocks/>
          </p:cNvSpPr>
          <p:nvPr/>
        </p:nvSpPr>
        <p:spPr>
          <a:xfrm>
            <a:off x="8376371" y="4840704"/>
            <a:ext cx="3448962" cy="1408471"/>
          </a:xfrm>
          <a:prstGeom prst="rect">
            <a:avLst/>
          </a:prstGeom>
        </p:spPr>
        <p:txBody>
          <a:bodyPr lIns="91440" tIns="45720" rIns="91440" bIns="4572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solidFill>
                  <a:srgbClr val="183158"/>
                </a:solidFill>
              </a:rPr>
              <a:t>It's our shared responsibility to solve critical challenges so we can ensure a sustainable, prosperous future.</a:t>
            </a:r>
          </a:p>
          <a:p>
            <a:endParaRPr lang="en-US" dirty="0">
              <a:solidFill>
                <a:srgbClr val="183158"/>
              </a:solidFill>
            </a:endParaRPr>
          </a:p>
        </p:txBody>
      </p:sp>
      <p:sp>
        <p:nvSpPr>
          <p:cNvPr id="12" name="Content Placeholder 4">
            <a:extLst>
              <a:ext uri="{FF2B5EF4-FFF2-40B4-BE49-F238E27FC236}">
                <a16:creationId xmlns:a16="http://schemas.microsoft.com/office/drawing/2014/main" id="{BF528B76-04DE-7E84-ECCC-C8C6260D1391}"/>
              </a:ext>
            </a:extLst>
          </p:cNvPr>
          <p:cNvSpPr txBox="1">
            <a:spLocks/>
          </p:cNvSpPr>
          <p:nvPr/>
        </p:nvSpPr>
        <p:spPr>
          <a:xfrm>
            <a:off x="633180" y="4841084"/>
            <a:ext cx="3299064" cy="1408471"/>
          </a:xfrm>
          <a:prstGeom prst="rect">
            <a:avLst/>
          </a:prstGeom>
        </p:spPr>
        <p:txBody>
          <a:bodyPr lIns="91440" tIns="45720" rIns="91440" bIns="4572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Arial" panose="020B0604020202020204" pitchFamily="34" charset="0"/>
              <a:buChar char="•"/>
            </a:pPr>
            <a:r>
              <a:rPr lang="en-US" dirty="0">
                <a:solidFill>
                  <a:srgbClr val="183158"/>
                </a:solidFill>
              </a:rPr>
              <a:t>We're a community of entrepreneurial thinkers who revel in the process of solving problems together.</a:t>
            </a:r>
          </a:p>
        </p:txBody>
      </p:sp>
      <p:pic>
        <p:nvPicPr>
          <p:cNvPr id="5" name="Picture 12" descr="A picture containing person, indoor, microscope, preparing&#10;&#10;Description automatically generated">
            <a:extLst>
              <a:ext uri="{FF2B5EF4-FFF2-40B4-BE49-F238E27FC236}">
                <a16:creationId xmlns:a16="http://schemas.microsoft.com/office/drawing/2014/main" id="{0A54C6FA-6A22-76AB-68C0-3414FF0E367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599782" y="1480457"/>
            <a:ext cx="2743200" cy="1828800"/>
          </a:xfrm>
          <a:prstGeom prst="rect">
            <a:avLst/>
          </a:prstGeom>
        </p:spPr>
      </p:pic>
      <p:pic>
        <p:nvPicPr>
          <p:cNvPr id="13" name="Picture 13" descr="A picture containing mountain, outdoor, person, sky&#10;&#10;Description automatically generated">
            <a:extLst>
              <a:ext uri="{FF2B5EF4-FFF2-40B4-BE49-F238E27FC236}">
                <a16:creationId xmlns:a16="http://schemas.microsoft.com/office/drawing/2014/main" id="{CF8BDF10-1068-7B0A-6146-A26897837FD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498114" y="1492231"/>
            <a:ext cx="2743200" cy="1830788"/>
          </a:xfrm>
          <a:prstGeom prst="rect">
            <a:avLst/>
          </a:prstGeom>
        </p:spPr>
      </p:pic>
      <p:pic>
        <p:nvPicPr>
          <p:cNvPr id="14" name="Picture 14" descr="A picture containing text, person, indoor, working&#10;&#10;Description automatically generated">
            <a:extLst>
              <a:ext uri="{FF2B5EF4-FFF2-40B4-BE49-F238E27FC236}">
                <a16:creationId xmlns:a16="http://schemas.microsoft.com/office/drawing/2014/main" id="{0E1F7006-FDFF-DBEC-8B4D-4DAE9E6C7E7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705421" y="1476353"/>
            <a:ext cx="2743200" cy="1824914"/>
          </a:xfrm>
          <a:prstGeom prst="rect">
            <a:avLst/>
          </a:prstGeom>
        </p:spPr>
      </p:pic>
    </p:spTree>
    <p:extLst>
      <p:ext uri="{BB962C8B-B14F-4D97-AF65-F5344CB8AC3E}">
        <p14:creationId xmlns:p14="http://schemas.microsoft.com/office/powerpoint/2010/main" val="19242488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1" name="Google Shape;121;p8"/>
          <p:cNvSpPr txBox="1"/>
          <p:nvPr/>
        </p:nvSpPr>
        <p:spPr>
          <a:xfrm>
            <a:off x="9392044" y="6604353"/>
            <a:ext cx="2743200" cy="179092"/>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a:solidFill>
                  <a:srgbClr val="06234B"/>
                </a:solidFill>
                <a:latin typeface="Courier New" panose="02070309020205020404" pitchFamily="49" charset="0"/>
                <a:ea typeface="Roboto Mono Light"/>
                <a:cs typeface="Courier New" panose="02070309020205020404" pitchFamily="49" charset="0"/>
                <a:sym typeface="Roboto Mono Light"/>
              </a:rPr>
              <a:t>6</a:t>
            </a:fld>
            <a:endParaRPr sz="900">
              <a:solidFill>
                <a:srgbClr val="06234B"/>
              </a:solidFill>
              <a:latin typeface="Courier New" panose="02070309020205020404" pitchFamily="49" charset="0"/>
              <a:ea typeface="Roboto Mono Light"/>
              <a:cs typeface="Courier New" panose="02070309020205020404" pitchFamily="49" charset="0"/>
              <a:sym typeface="Roboto Mono Light"/>
            </a:endParaRPr>
          </a:p>
        </p:txBody>
      </p:sp>
      <p:cxnSp>
        <p:nvCxnSpPr>
          <p:cNvPr id="125" name="Google Shape;125;p8"/>
          <p:cNvCxnSpPr/>
          <p:nvPr/>
        </p:nvCxnSpPr>
        <p:spPr>
          <a:xfrm rot="10800000">
            <a:off x="3375377" y="1569427"/>
            <a:ext cx="0" cy="3719146"/>
          </a:xfrm>
          <a:prstGeom prst="straightConnector1">
            <a:avLst/>
          </a:prstGeom>
          <a:noFill/>
          <a:ln w="12700" cap="flat" cmpd="sng">
            <a:solidFill>
              <a:srgbClr val="889FC7"/>
            </a:solidFill>
            <a:prstDash val="solid"/>
            <a:miter lim="800000"/>
            <a:headEnd type="none" w="sm" len="sm"/>
            <a:tailEnd type="none" w="sm" len="sm"/>
          </a:ln>
        </p:spPr>
      </p:cxnSp>
      <p:cxnSp>
        <p:nvCxnSpPr>
          <p:cNvPr id="128" name="Google Shape;128;p8"/>
          <p:cNvCxnSpPr/>
          <p:nvPr/>
        </p:nvCxnSpPr>
        <p:spPr>
          <a:xfrm rot="10800000">
            <a:off x="8064966" y="1569427"/>
            <a:ext cx="0" cy="3719146"/>
          </a:xfrm>
          <a:prstGeom prst="straightConnector1">
            <a:avLst/>
          </a:prstGeom>
          <a:noFill/>
          <a:ln w="12700" cap="flat" cmpd="sng">
            <a:solidFill>
              <a:srgbClr val="889FC7"/>
            </a:solidFill>
            <a:prstDash val="solid"/>
            <a:miter lim="800000"/>
            <a:headEnd type="none" w="sm" len="sm"/>
            <a:tailEnd type="none" w="sm" len="sm"/>
          </a:ln>
        </p:spPr>
      </p:cxnSp>
      <p:sp>
        <p:nvSpPr>
          <p:cNvPr id="16" name="Google Shape;123;p8">
            <a:extLst>
              <a:ext uri="{FF2B5EF4-FFF2-40B4-BE49-F238E27FC236}">
                <a16:creationId xmlns:a16="http://schemas.microsoft.com/office/drawing/2014/main" id="{B9892053-E173-334E-9168-FD6EC13EBA01}"/>
              </a:ext>
            </a:extLst>
          </p:cNvPr>
          <p:cNvSpPr txBox="1"/>
          <p:nvPr/>
        </p:nvSpPr>
        <p:spPr>
          <a:xfrm>
            <a:off x="581586" y="2749564"/>
            <a:ext cx="2359146" cy="1358873"/>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889FC7"/>
              </a:buClr>
              <a:buSzPts val="8800"/>
              <a:buFont typeface="Oswald"/>
              <a:buNone/>
            </a:pPr>
            <a:r>
              <a:rPr lang="en-US" sz="6600" b="1" dirty="0">
                <a:solidFill>
                  <a:srgbClr val="889FC7"/>
                </a:solidFill>
                <a:latin typeface="Arial Black" panose="020B0604020202020204" pitchFamily="34" charset="0"/>
                <a:ea typeface="Oswald"/>
                <a:cs typeface="Arial Black" panose="020B0604020202020204" pitchFamily="34" charset="0"/>
                <a:sym typeface="Oswald"/>
              </a:rPr>
              <a:t>75+</a:t>
            </a:r>
            <a:endParaRPr sz="3600" b="1" baseline="30000" dirty="0">
              <a:solidFill>
                <a:srgbClr val="889FC7"/>
              </a:solidFill>
              <a:latin typeface="Arial Black" panose="020B0604020202020204" pitchFamily="34" charset="0"/>
              <a:ea typeface="Oswald"/>
              <a:cs typeface="Arial Black" panose="020B0604020202020204" pitchFamily="34" charset="0"/>
              <a:sym typeface="Oswald"/>
            </a:endParaRPr>
          </a:p>
        </p:txBody>
      </p:sp>
      <p:sp>
        <p:nvSpPr>
          <p:cNvPr id="17" name="Google Shape;124;p8">
            <a:extLst>
              <a:ext uri="{FF2B5EF4-FFF2-40B4-BE49-F238E27FC236}">
                <a16:creationId xmlns:a16="http://schemas.microsoft.com/office/drawing/2014/main" id="{708A334A-6A0A-6C49-8493-D0F394869F8A}"/>
              </a:ext>
            </a:extLst>
          </p:cNvPr>
          <p:cNvSpPr txBox="1"/>
          <p:nvPr/>
        </p:nvSpPr>
        <p:spPr>
          <a:xfrm>
            <a:off x="376637" y="3850296"/>
            <a:ext cx="2546621" cy="49602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06234B"/>
              </a:buClr>
              <a:buSzPct val="100000"/>
              <a:buFont typeface="Roboto Mono"/>
              <a:buNone/>
            </a:pPr>
            <a:r>
              <a:rPr lang="en-US" b="1">
                <a:solidFill>
                  <a:srgbClr val="06234B"/>
                </a:solidFill>
                <a:latin typeface="Courier New" panose="02070309020205020404" pitchFamily="49" charset="0"/>
                <a:ea typeface="Roboto Mono"/>
                <a:cs typeface="Courier New" panose="02070309020205020404" pitchFamily="49" charset="0"/>
                <a:sym typeface="Roboto Mono"/>
              </a:rPr>
              <a:t>Academic degrees and programs to choose from</a:t>
            </a:r>
            <a:endParaRPr b="1">
              <a:solidFill>
                <a:srgbClr val="06234B"/>
              </a:solidFill>
              <a:latin typeface="Courier New" panose="02070309020205020404" pitchFamily="49" charset="0"/>
              <a:ea typeface="Roboto Mono"/>
              <a:cs typeface="Courier New" panose="02070309020205020404" pitchFamily="49" charset="0"/>
              <a:sym typeface="Roboto Mono"/>
            </a:endParaRPr>
          </a:p>
        </p:txBody>
      </p:sp>
      <p:sp>
        <p:nvSpPr>
          <p:cNvPr id="18" name="Google Shape;126;p8">
            <a:extLst>
              <a:ext uri="{FF2B5EF4-FFF2-40B4-BE49-F238E27FC236}">
                <a16:creationId xmlns:a16="http://schemas.microsoft.com/office/drawing/2014/main" id="{4E20C688-6595-D24B-8081-887DF80C78D4}"/>
              </a:ext>
            </a:extLst>
          </p:cNvPr>
          <p:cNvSpPr txBox="1"/>
          <p:nvPr/>
        </p:nvSpPr>
        <p:spPr>
          <a:xfrm>
            <a:off x="3573885" y="2743192"/>
            <a:ext cx="4261340" cy="1545712"/>
          </a:xfrm>
          <a:prstGeom prst="rect">
            <a:avLst/>
          </a:prstGeom>
          <a:noFill/>
          <a:ln>
            <a:noFill/>
          </a:ln>
        </p:spPr>
        <p:txBody>
          <a:bodyPr spcFirstLastPara="1" wrap="square" lIns="91425" tIns="45700" rIns="91425" bIns="45700" anchor="t" anchorCtr="0">
            <a:noAutofit/>
          </a:bodyPr>
          <a:lstStyle/>
          <a:p>
            <a:pPr lvl="0" algn="ctr">
              <a:lnSpc>
                <a:spcPct val="90000"/>
              </a:lnSpc>
              <a:buClr>
                <a:srgbClr val="889FC7"/>
              </a:buClr>
              <a:buSzPts val="8800"/>
            </a:pPr>
            <a:r>
              <a:rPr lang="en-US" sz="6600" b="1" dirty="0">
                <a:solidFill>
                  <a:srgbClr val="CC4628"/>
                </a:solidFill>
                <a:latin typeface="Arial Black" panose="020B0604020202020204" pitchFamily="34" charset="0"/>
                <a:ea typeface="Oswald"/>
                <a:cs typeface="Arial Black" panose="020B0604020202020204" pitchFamily="34" charset="0"/>
                <a:sym typeface="Oswald"/>
              </a:rPr>
              <a:t>Top 40</a:t>
            </a:r>
            <a:endParaRPr lang="en-US" sz="3600" b="1" baseline="30000" dirty="0">
              <a:solidFill>
                <a:srgbClr val="CC4628"/>
              </a:solidFill>
              <a:latin typeface="Arial Black" panose="020B0604020202020204" pitchFamily="34" charset="0"/>
              <a:ea typeface="Oswald"/>
              <a:cs typeface="Arial Black" panose="020B0604020202020204" pitchFamily="34" charset="0"/>
              <a:sym typeface="Oswald"/>
            </a:endParaRPr>
          </a:p>
        </p:txBody>
      </p:sp>
      <p:sp>
        <p:nvSpPr>
          <p:cNvPr id="19" name="Google Shape;127;p8">
            <a:extLst>
              <a:ext uri="{FF2B5EF4-FFF2-40B4-BE49-F238E27FC236}">
                <a16:creationId xmlns:a16="http://schemas.microsoft.com/office/drawing/2014/main" id="{9F25DD33-4E38-2647-880C-009C2966069E}"/>
              </a:ext>
            </a:extLst>
          </p:cNvPr>
          <p:cNvSpPr txBox="1"/>
          <p:nvPr/>
        </p:nvSpPr>
        <p:spPr>
          <a:xfrm>
            <a:off x="3810021" y="3844039"/>
            <a:ext cx="3760665" cy="30587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06234B"/>
              </a:buClr>
              <a:buSzPts val="1100"/>
              <a:buFont typeface="Roboto Mono"/>
              <a:buNone/>
            </a:pPr>
            <a:r>
              <a:rPr lang="en-US" b="1" dirty="0">
                <a:solidFill>
                  <a:srgbClr val="06234B"/>
                </a:solidFill>
                <a:latin typeface="Courier New" panose="02070309020205020404" pitchFamily="49" charset="0"/>
                <a:ea typeface="Roboto Mono"/>
                <a:cs typeface="Courier New" panose="02070309020205020404" pitchFamily="49" charset="0"/>
                <a:sym typeface="Roboto Mono"/>
              </a:rPr>
              <a:t>Public university, as ranked by U.S. News &amp; World Report</a:t>
            </a:r>
            <a:endParaRPr lang="en-US" b="1" dirty="0">
              <a:latin typeface="Courier New" panose="02070309020205020404" pitchFamily="49" charset="0"/>
            </a:endParaRPr>
          </a:p>
        </p:txBody>
      </p:sp>
      <p:sp>
        <p:nvSpPr>
          <p:cNvPr id="20" name="Google Shape;130;p8">
            <a:extLst>
              <a:ext uri="{FF2B5EF4-FFF2-40B4-BE49-F238E27FC236}">
                <a16:creationId xmlns:a16="http://schemas.microsoft.com/office/drawing/2014/main" id="{5AE51D0F-EBE0-AE46-8ED0-C28CF807221F}"/>
              </a:ext>
            </a:extLst>
          </p:cNvPr>
          <p:cNvSpPr txBox="1"/>
          <p:nvPr/>
        </p:nvSpPr>
        <p:spPr>
          <a:xfrm>
            <a:off x="8235072" y="2749564"/>
            <a:ext cx="3262755" cy="1358873"/>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889FC7"/>
              </a:buClr>
              <a:buSzPts val="8800"/>
              <a:buFont typeface="Oswald"/>
              <a:buNone/>
            </a:pPr>
            <a:r>
              <a:rPr lang="en-US" sz="6600" b="1" dirty="0">
                <a:solidFill>
                  <a:srgbClr val="889FC7"/>
                </a:solidFill>
                <a:latin typeface="Arial Black" panose="020B0604020202020204" pitchFamily="34" charset="0"/>
                <a:ea typeface="Oswald"/>
                <a:cs typeface="Arial Black" panose="020B0604020202020204" pitchFamily="34" charset="0"/>
                <a:sym typeface="Oswald"/>
              </a:rPr>
              <a:t>8,058</a:t>
            </a:r>
            <a:endParaRPr sz="6600" b="1" baseline="30000" dirty="0">
              <a:solidFill>
                <a:srgbClr val="889FC7"/>
              </a:solidFill>
              <a:latin typeface="Arial Black" panose="020B0604020202020204" pitchFamily="34" charset="0"/>
              <a:ea typeface="Oswald"/>
              <a:cs typeface="Arial Black" panose="020B0604020202020204" pitchFamily="34" charset="0"/>
              <a:sym typeface="Oswald"/>
            </a:endParaRPr>
          </a:p>
        </p:txBody>
      </p:sp>
      <p:sp>
        <p:nvSpPr>
          <p:cNvPr id="21" name="Google Shape;131;p8">
            <a:extLst>
              <a:ext uri="{FF2B5EF4-FFF2-40B4-BE49-F238E27FC236}">
                <a16:creationId xmlns:a16="http://schemas.microsoft.com/office/drawing/2014/main" id="{67614914-5B91-1743-81D5-D859078A2D81}"/>
              </a:ext>
            </a:extLst>
          </p:cNvPr>
          <p:cNvSpPr txBox="1"/>
          <p:nvPr/>
        </p:nvSpPr>
        <p:spPr>
          <a:xfrm>
            <a:off x="8375389" y="3916483"/>
            <a:ext cx="2982119" cy="1372090"/>
          </a:xfrm>
          <a:prstGeom prst="rect">
            <a:avLst/>
          </a:prstGeom>
          <a:noFill/>
          <a:ln>
            <a:noFill/>
          </a:ln>
        </p:spPr>
        <p:txBody>
          <a:bodyPr spcFirstLastPara="1" wrap="square" lIns="91425" tIns="45700" rIns="91425" bIns="45700" anchor="t" anchorCtr="0">
            <a:normAutofit/>
          </a:bodyPr>
          <a:lstStyle/>
          <a:p>
            <a:pPr marL="0" marR="0" lvl="0" indent="0" algn="ctr" rtl="0">
              <a:lnSpc>
                <a:spcPct val="120000"/>
              </a:lnSpc>
              <a:spcBef>
                <a:spcPts val="0"/>
              </a:spcBef>
              <a:spcAft>
                <a:spcPts val="0"/>
              </a:spcAft>
              <a:buClr>
                <a:srgbClr val="06234B"/>
              </a:buClr>
              <a:buSzPct val="100000"/>
              <a:buFont typeface="Roboto Mono"/>
              <a:buNone/>
            </a:pPr>
            <a:r>
              <a:rPr lang="en-US" b="1" dirty="0">
                <a:solidFill>
                  <a:srgbClr val="06234B"/>
                </a:solidFill>
                <a:latin typeface="Courier New"/>
                <a:ea typeface="Roboto Mono"/>
                <a:cs typeface="Courier New"/>
                <a:sym typeface="Roboto Mono"/>
              </a:rPr>
              <a:t>Total enrollment of undergraduate and graduate students, as of fall 2024</a:t>
            </a:r>
          </a:p>
        </p:txBody>
      </p:sp>
      <p:sp>
        <p:nvSpPr>
          <p:cNvPr id="2" name="Google Shape;111;p7">
            <a:extLst>
              <a:ext uri="{FF2B5EF4-FFF2-40B4-BE49-F238E27FC236}">
                <a16:creationId xmlns:a16="http://schemas.microsoft.com/office/drawing/2014/main" id="{7AD6DB01-648A-CBE7-6CB4-8FC4E62C0A20}"/>
              </a:ext>
            </a:extLst>
          </p:cNvPr>
          <p:cNvSpPr txBox="1"/>
          <p:nvPr/>
        </p:nvSpPr>
        <p:spPr>
          <a:xfrm>
            <a:off x="384510" y="214411"/>
            <a:ext cx="6444549"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06234B"/>
                </a:solidFill>
                <a:latin typeface="Courier New" panose="02070309020205020404" pitchFamily="49" charset="0"/>
                <a:ea typeface="Open Sans"/>
                <a:cs typeface="Courier New" panose="02070309020205020404" pitchFamily="49" charset="0"/>
                <a:sym typeface="Open Sans"/>
              </a:rPr>
              <a:t>ABOUT COLORADO SCHOOL OF MINES </a:t>
            </a:r>
            <a:r>
              <a:rPr lang="en-US" sz="1400" b="1">
                <a:solidFill>
                  <a:srgbClr val="06234B"/>
                </a:solidFill>
                <a:latin typeface="Arial Black" panose="020B0604020202020204" pitchFamily="34" charset="0"/>
                <a:ea typeface="Open Sans Light"/>
                <a:cs typeface="Arial Black" panose="020B0604020202020204" pitchFamily="34" charset="0"/>
                <a:sym typeface="Open Sans Light"/>
              </a:rPr>
              <a:t>|</a:t>
            </a:r>
            <a:r>
              <a:rPr lang="en-US" sz="1400" b="1">
                <a:solidFill>
                  <a:srgbClr val="06234B"/>
                </a:solidFill>
                <a:latin typeface="Arial Black" panose="020B0604020202020204" pitchFamily="34" charset="0"/>
                <a:ea typeface="Open Sans"/>
                <a:cs typeface="Arial Black" panose="020B0604020202020204" pitchFamily="34" charset="0"/>
                <a:sym typeface="Open Sans"/>
              </a:rPr>
              <a:t>  BY THE NUMBERS</a:t>
            </a:r>
            <a:endParaRPr b="1">
              <a:latin typeface="Arial Black" panose="020B0604020202020204" pitchFamily="34" charset="0"/>
              <a:cs typeface="Arial Black" panose="020B0604020202020204" pitchFamily="34" charset="0"/>
            </a:endParaRPr>
          </a:p>
        </p:txBody>
      </p:sp>
      <p:pic>
        <p:nvPicPr>
          <p:cNvPr id="3" name="Picture 3">
            <a:extLst>
              <a:ext uri="{FF2B5EF4-FFF2-40B4-BE49-F238E27FC236}">
                <a16:creationId xmlns:a16="http://schemas.microsoft.com/office/drawing/2014/main" id="{F031F906-8FA2-FD46-27AF-D99953C0FA1E}"/>
              </a:ext>
            </a:extLst>
          </p:cNvPr>
          <p:cNvPicPr>
            <a:picLocks noChangeAspect="1"/>
          </p:cNvPicPr>
          <p:nvPr/>
        </p:nvPicPr>
        <p:blipFill>
          <a:blip r:embed="rId4"/>
          <a:stretch>
            <a:fillRect/>
          </a:stretch>
        </p:blipFill>
        <p:spPr>
          <a:xfrm>
            <a:off x="60910" y="5327233"/>
            <a:ext cx="2154154" cy="1577641"/>
          </a:xfrm>
          <a:prstGeom prst="rect">
            <a:avLst/>
          </a:prstGeom>
        </p:spPr>
      </p:pic>
      <p:pic>
        <p:nvPicPr>
          <p:cNvPr id="5" name="Picture 5" descr="A picture containing text&#10;&#10;Description automatically generated">
            <a:extLst>
              <a:ext uri="{FF2B5EF4-FFF2-40B4-BE49-F238E27FC236}">
                <a16:creationId xmlns:a16="http://schemas.microsoft.com/office/drawing/2014/main" id="{67F2EC2A-3AFD-0F59-4787-6DD9AB05E366}"/>
              </a:ext>
            </a:extLst>
          </p:cNvPr>
          <p:cNvPicPr>
            <a:picLocks noChangeAspect="1"/>
          </p:cNvPicPr>
          <p:nvPr/>
        </p:nvPicPr>
        <p:blipFill>
          <a:blip r:embed="rId5"/>
          <a:stretch>
            <a:fillRect/>
          </a:stretch>
        </p:blipFill>
        <p:spPr>
          <a:xfrm>
            <a:off x="9446795" y="2790"/>
            <a:ext cx="2743200" cy="2922104"/>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pic>
        <p:nvPicPr>
          <p:cNvPr id="3" name="Google Shape;143;p9">
            <a:extLst>
              <a:ext uri="{FF2B5EF4-FFF2-40B4-BE49-F238E27FC236}">
                <a16:creationId xmlns:a16="http://schemas.microsoft.com/office/drawing/2014/main" id="{42A6177E-B40D-DA59-2C01-D09296ED9935}"/>
              </a:ext>
            </a:extLst>
          </p:cNvPr>
          <p:cNvPicPr preferRelativeResize="0"/>
          <p:nvPr/>
        </p:nvPicPr>
        <p:blipFill>
          <a:blip r:embed="rId3" cstate="screen">
            <a:extLst>
              <a:ext uri="{28A0092B-C50C-407E-A947-70E740481C1C}">
                <a14:useLocalDpi xmlns:a14="http://schemas.microsoft.com/office/drawing/2010/main"/>
              </a:ext>
            </a:extLst>
          </a:blip>
          <a:srcRect/>
          <a:stretch/>
        </p:blipFill>
        <p:spPr>
          <a:xfrm>
            <a:off x="2662972" y="4000523"/>
            <a:ext cx="3586832" cy="2386139"/>
          </a:xfrm>
          <a:prstGeom prst="rect">
            <a:avLst/>
          </a:prstGeom>
          <a:noFill/>
          <a:ln>
            <a:noFill/>
          </a:ln>
        </p:spPr>
      </p:pic>
      <p:pic>
        <p:nvPicPr>
          <p:cNvPr id="2" name="Picture 1">
            <a:extLst>
              <a:ext uri="{FF2B5EF4-FFF2-40B4-BE49-F238E27FC236}">
                <a16:creationId xmlns:a16="http://schemas.microsoft.com/office/drawing/2014/main" id="{62529485-7E3A-18A8-DA05-F62ED9E032B8}"/>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3571204" y="851674"/>
            <a:ext cx="2391334" cy="3366019"/>
          </a:xfrm>
          <a:prstGeom prst="rect">
            <a:avLst/>
          </a:prstGeom>
        </p:spPr>
      </p:pic>
      <p:sp>
        <p:nvSpPr>
          <p:cNvPr id="137" name="Google Shape;137;p9"/>
          <p:cNvSpPr txBox="1"/>
          <p:nvPr/>
        </p:nvSpPr>
        <p:spPr>
          <a:xfrm>
            <a:off x="328413" y="214411"/>
            <a:ext cx="5478534" cy="307736"/>
          </a:xfrm>
          <a:prstGeom prst="rect">
            <a:avLst/>
          </a:prstGeom>
          <a:noFill/>
          <a:ln>
            <a:noFill/>
          </a:ln>
        </p:spPr>
        <p:txBody>
          <a:bodyPr spcFirstLastPara="1" wrap="square" lIns="91425" tIns="45700" rIns="91425" bIns="45700" anchor="t" anchorCtr="0">
            <a:spAutoFit/>
          </a:bodyPr>
          <a:lstStyle/>
          <a:p>
            <a:r>
              <a:rPr lang="en-US" sz="1400" b="1">
                <a:solidFill>
                  <a:srgbClr val="06234B"/>
                </a:solidFill>
                <a:latin typeface="Courier New"/>
                <a:ea typeface="Open Sans"/>
                <a:cs typeface="Courier New"/>
                <a:sym typeface="Open Sans"/>
              </a:rPr>
              <a:t>ABOUT COLORADO SCHOOL OF MINES </a:t>
            </a:r>
            <a:r>
              <a:rPr lang="en-US" sz="1400" b="1">
                <a:solidFill>
                  <a:srgbClr val="06234B"/>
                </a:solidFill>
                <a:latin typeface="Arial Black"/>
                <a:ea typeface="Open Sans Light"/>
                <a:cs typeface="Arial Black" panose="020B0604020202020204" pitchFamily="34" charset="0"/>
                <a:sym typeface="Open Sans Light"/>
              </a:rPr>
              <a:t>|</a:t>
            </a:r>
            <a:r>
              <a:rPr lang="en-US" sz="1400" b="1">
                <a:solidFill>
                  <a:srgbClr val="06234B"/>
                </a:solidFill>
                <a:latin typeface="Arial Black"/>
                <a:ea typeface="Open Sans"/>
                <a:cs typeface="Arial Black" panose="020B0604020202020204" pitchFamily="34" charset="0"/>
                <a:sym typeface="Open Sans"/>
              </a:rPr>
              <a:t>  OUR HOMETOWN</a:t>
            </a:r>
            <a:endParaRPr b="1">
              <a:latin typeface="Arial Black" panose="020B0604020202020204" pitchFamily="34" charset="0"/>
              <a:cs typeface="Arial Black" panose="020B0604020202020204" pitchFamily="34" charset="0"/>
            </a:endParaRPr>
          </a:p>
        </p:txBody>
      </p:sp>
      <p:sp>
        <p:nvSpPr>
          <p:cNvPr id="138" name="Google Shape;138;p9"/>
          <p:cNvSpPr txBox="1"/>
          <p:nvPr/>
        </p:nvSpPr>
        <p:spPr>
          <a:xfrm>
            <a:off x="6527111" y="1604907"/>
            <a:ext cx="5385637" cy="118707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6234B"/>
              </a:buClr>
              <a:buSzPts val="4400"/>
              <a:buFont typeface="Oswald"/>
              <a:buNone/>
            </a:pPr>
            <a:r>
              <a:rPr lang="en-US" sz="4000" b="1">
                <a:solidFill>
                  <a:srgbClr val="06234B"/>
                </a:solidFill>
                <a:latin typeface="Arial Black" panose="020B0604020202020204" pitchFamily="34" charset="0"/>
                <a:ea typeface="Oswald"/>
                <a:cs typeface="Arial Black" panose="020B0604020202020204" pitchFamily="34" charset="0"/>
                <a:sym typeface="Oswald"/>
              </a:rPr>
              <a:t>OUR HOMETOWN</a:t>
            </a:r>
          </a:p>
          <a:p>
            <a:pPr marL="0" marR="0" lvl="0" indent="0" algn="l" rtl="0">
              <a:lnSpc>
                <a:spcPct val="90000"/>
              </a:lnSpc>
              <a:spcBef>
                <a:spcPts val="0"/>
              </a:spcBef>
              <a:spcAft>
                <a:spcPts val="0"/>
              </a:spcAft>
              <a:buClr>
                <a:srgbClr val="06234B"/>
              </a:buClr>
              <a:buSzPts val="4400"/>
              <a:buFont typeface="Oswald"/>
              <a:buNone/>
            </a:pPr>
            <a:r>
              <a:rPr lang="en-US" sz="4000" b="1">
                <a:solidFill>
                  <a:srgbClr val="06234B"/>
                </a:solidFill>
                <a:latin typeface="Arial Black" panose="020B0604020202020204" pitchFamily="34" charset="0"/>
                <a:ea typeface="Oswald"/>
                <a:cs typeface="Arial Black" panose="020B0604020202020204" pitchFamily="34" charset="0"/>
                <a:sym typeface="Oswald"/>
              </a:rPr>
              <a:t>IS GOLDEN</a:t>
            </a:r>
            <a:endParaRPr sz="4000" b="1">
              <a:solidFill>
                <a:srgbClr val="06234B"/>
              </a:solidFill>
              <a:latin typeface="Arial Black" panose="020B0604020202020204" pitchFamily="34" charset="0"/>
              <a:ea typeface="Oswald"/>
              <a:cs typeface="Arial Black" panose="020B0604020202020204" pitchFamily="34" charset="0"/>
              <a:sym typeface="Oswald"/>
            </a:endParaRPr>
          </a:p>
        </p:txBody>
      </p:sp>
      <p:sp>
        <p:nvSpPr>
          <p:cNvPr id="139" name="Google Shape;139;p9"/>
          <p:cNvSpPr txBox="1"/>
          <p:nvPr/>
        </p:nvSpPr>
        <p:spPr>
          <a:xfrm>
            <a:off x="6559930" y="2872548"/>
            <a:ext cx="5002893" cy="29937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200"/>
              <a:buFont typeface="Open Sans"/>
              <a:buNone/>
            </a:pPr>
            <a:r>
              <a:rPr lang="en-US" sz="1400" b="0" i="0" dirty="0">
                <a:solidFill>
                  <a:srgbClr val="2B2B2B"/>
                </a:solidFill>
                <a:effectLst/>
                <a:latin typeface="Arial"/>
                <a:cs typeface="Arial"/>
              </a:rPr>
              <a:t>Colorado School of Mines sits in the </a:t>
            </a:r>
            <a:r>
              <a:rPr lang="en-US" sz="1400" i="0" dirty="0">
                <a:solidFill>
                  <a:srgbClr val="2B2B2B"/>
                </a:solidFill>
                <a:effectLst/>
                <a:latin typeface="Arial"/>
                <a:cs typeface="Arial"/>
              </a:rPr>
              <a:t>heart of Golden</a:t>
            </a:r>
            <a:r>
              <a:rPr lang="en-US" sz="1400" b="0" i="0" dirty="0">
                <a:solidFill>
                  <a:srgbClr val="2B2B2B"/>
                </a:solidFill>
                <a:effectLst/>
                <a:latin typeface="Arial"/>
                <a:cs typeface="Arial"/>
              </a:rPr>
              <a:t>, a historic small-town community bustling with festivals, restaurants, breweries, recreation outfitters, boutiques, art galleries, hiking and biking trails and so much more.</a:t>
            </a:r>
          </a:p>
          <a:p>
            <a:pPr marL="0" marR="0" lvl="0" indent="0" algn="l" rtl="0">
              <a:spcBef>
                <a:spcPts val="0"/>
              </a:spcBef>
              <a:spcAft>
                <a:spcPts val="0"/>
              </a:spcAft>
              <a:buClr>
                <a:schemeClr val="dk1"/>
              </a:buClr>
              <a:buSzPts val="1200"/>
              <a:buFont typeface="Open Sans"/>
              <a:buNone/>
            </a:pPr>
            <a:endParaRPr lang="en-US" sz="1400" dirty="0">
              <a:solidFill>
                <a:srgbClr val="2B2B2B"/>
              </a:solidFill>
              <a:latin typeface="Arial" panose="020B0604020202020204" pitchFamily="34" charset="0"/>
              <a:cs typeface="Arial" panose="020B0604020202020204" pitchFamily="34" charset="0"/>
            </a:endParaRPr>
          </a:p>
          <a:p>
            <a:pPr>
              <a:buClr>
                <a:schemeClr val="dk1"/>
              </a:buClr>
              <a:buSzPts val="1200"/>
            </a:pPr>
            <a:r>
              <a:rPr lang="en-US" sz="1400" b="0" i="0" dirty="0">
                <a:solidFill>
                  <a:srgbClr val="2B2B2B"/>
                </a:solidFill>
                <a:effectLst/>
                <a:latin typeface="Arial"/>
                <a:cs typeface="Arial"/>
              </a:rPr>
              <a:t>Nest</a:t>
            </a:r>
            <a:r>
              <a:rPr lang="en-US" sz="1400" dirty="0">
                <a:solidFill>
                  <a:srgbClr val="2B2B2B"/>
                </a:solidFill>
                <a:latin typeface="Arial"/>
                <a:cs typeface="Arial"/>
              </a:rPr>
              <a:t>led in the foothills of the Rocky Mountains</a:t>
            </a:r>
            <a:r>
              <a:rPr lang="en-US" sz="1400" b="0" i="0" dirty="0">
                <a:solidFill>
                  <a:srgbClr val="2B2B2B"/>
                </a:solidFill>
                <a:effectLst/>
                <a:latin typeface="Arial"/>
                <a:cs typeface="Arial"/>
              </a:rPr>
              <a:t>, Golden is surrounded by mountains and mesas – a perfect launching point for an outdoor adventure, as well as everything downtown Denver has to offer.</a:t>
            </a:r>
            <a:r>
              <a:rPr lang="en-US" sz="1400" dirty="0">
                <a:solidFill>
                  <a:srgbClr val="2B2B2B"/>
                </a:solidFill>
                <a:latin typeface="Arial"/>
                <a:cs typeface="Arial"/>
              </a:rPr>
              <a:t> </a:t>
            </a:r>
          </a:p>
          <a:p>
            <a:pPr>
              <a:lnSpc>
                <a:spcPct val="140000"/>
              </a:lnSpc>
              <a:buClr>
                <a:schemeClr val="dk1"/>
              </a:buClr>
              <a:buSzPts val="1200"/>
              <a:buFont typeface="Calibri"/>
            </a:pPr>
            <a:endParaRPr lang="en-US" sz="1400" dirty="0">
              <a:solidFill>
                <a:srgbClr val="183158"/>
              </a:solidFill>
              <a:latin typeface="Arial" panose="020B0604020202020204" pitchFamily="34" charset="0"/>
              <a:ea typeface="Open Sans"/>
              <a:cs typeface="Arial" panose="020B0604020202020204" pitchFamily="34" charset="0"/>
            </a:endParaRPr>
          </a:p>
          <a:p>
            <a:pPr marL="0" marR="0" lvl="0" indent="0" algn="l" rtl="0">
              <a:spcBef>
                <a:spcPts val="0"/>
              </a:spcBef>
              <a:spcAft>
                <a:spcPts val="0"/>
              </a:spcAft>
              <a:buClr>
                <a:schemeClr val="dk1"/>
              </a:buClr>
              <a:buSzPts val="1200"/>
              <a:buFont typeface="Open Sans"/>
              <a:buNone/>
            </a:pPr>
            <a:r>
              <a:rPr lang="en-US" sz="1400" b="0" i="0" u="none" strike="noStrike" dirty="0">
                <a:solidFill>
                  <a:srgbClr val="183158"/>
                </a:solidFill>
                <a:effectLst/>
                <a:latin typeface="Arial"/>
                <a:cs typeface="Arial"/>
              </a:rPr>
              <a:t>• </a:t>
            </a:r>
            <a:r>
              <a:rPr lang="en-US" sz="1400" i="0" u="none" strike="noStrike" dirty="0">
                <a:solidFill>
                  <a:srgbClr val="183158"/>
                </a:solidFill>
                <a:effectLst/>
                <a:latin typeface="Arial"/>
                <a:cs typeface="Arial"/>
              </a:rPr>
              <a:t>20 minutes </a:t>
            </a:r>
            <a:r>
              <a:rPr lang="en-US" sz="1400" b="0" i="0" u="none" strike="noStrike" dirty="0">
                <a:solidFill>
                  <a:srgbClr val="183158"/>
                </a:solidFill>
                <a:effectLst/>
                <a:latin typeface="Arial"/>
                <a:cs typeface="Arial"/>
              </a:rPr>
              <a:t>from downtown </a:t>
            </a:r>
            <a:r>
              <a:rPr lang="en-US" sz="1400" b="1" i="0" u="none" strike="noStrike" dirty="0">
                <a:solidFill>
                  <a:srgbClr val="CC4628"/>
                </a:solidFill>
                <a:effectLst/>
                <a:latin typeface="Arial"/>
                <a:cs typeface="Arial"/>
              </a:rPr>
              <a:t>Denver</a:t>
            </a:r>
          </a:p>
          <a:p>
            <a:pPr marL="0" lvl="0" indent="0" algn="l" rtl="0">
              <a:lnSpc>
                <a:spcPct val="150000"/>
              </a:lnSpc>
              <a:spcBef>
                <a:spcPts val="0"/>
              </a:spcBef>
              <a:spcAft>
                <a:spcPts val="0"/>
              </a:spcAft>
              <a:buNone/>
            </a:pPr>
            <a:r>
              <a:rPr lang="en-US" sz="1400" b="0" i="0" u="none" strike="noStrike" dirty="0">
                <a:solidFill>
                  <a:srgbClr val="183158"/>
                </a:solidFill>
                <a:effectLst/>
                <a:latin typeface="Arial"/>
                <a:cs typeface="Arial"/>
              </a:rPr>
              <a:t>• 1 hour to nearest big </a:t>
            </a:r>
            <a:r>
              <a:rPr lang="en-US" sz="1400" b="1" i="0" u="none" strike="noStrike" dirty="0">
                <a:solidFill>
                  <a:srgbClr val="CC4628"/>
                </a:solidFill>
                <a:effectLst/>
                <a:latin typeface="Arial"/>
                <a:cs typeface="Arial"/>
              </a:rPr>
              <a:t>ski</a:t>
            </a:r>
            <a:r>
              <a:rPr lang="en-US" sz="1400" b="0" i="0" u="none" strike="noStrike" dirty="0">
                <a:solidFill>
                  <a:srgbClr val="183158"/>
                </a:solidFill>
                <a:effectLst/>
                <a:latin typeface="Arial"/>
                <a:cs typeface="Arial"/>
              </a:rPr>
              <a:t> area</a:t>
            </a:r>
          </a:p>
          <a:p>
            <a:pPr marL="0" lvl="0" indent="0" algn="l" rtl="0">
              <a:lnSpc>
                <a:spcPct val="150000"/>
              </a:lnSpc>
              <a:spcBef>
                <a:spcPts val="0"/>
              </a:spcBef>
              <a:spcAft>
                <a:spcPts val="0"/>
              </a:spcAft>
              <a:buNone/>
            </a:pPr>
            <a:r>
              <a:rPr lang="en-US" sz="1400" b="0" i="0" u="none" strike="noStrike" dirty="0">
                <a:solidFill>
                  <a:srgbClr val="183158"/>
                </a:solidFill>
                <a:effectLst/>
                <a:latin typeface="Arial"/>
                <a:cs typeface="Arial"/>
              </a:rPr>
              <a:t>• 24 miles of interconnected </a:t>
            </a:r>
            <a:r>
              <a:rPr lang="en-US" sz="1400" b="1" i="0" u="none" strike="noStrike" dirty="0">
                <a:solidFill>
                  <a:srgbClr val="CC4628"/>
                </a:solidFill>
                <a:effectLst/>
                <a:latin typeface="Arial"/>
                <a:cs typeface="Arial"/>
              </a:rPr>
              <a:t>trails</a:t>
            </a:r>
          </a:p>
          <a:p>
            <a:pPr>
              <a:lnSpc>
                <a:spcPct val="150000"/>
              </a:lnSpc>
            </a:pPr>
            <a:r>
              <a:rPr lang="en-US" sz="1400" b="0" i="0" u="none" strike="noStrike" dirty="0">
                <a:solidFill>
                  <a:srgbClr val="183158"/>
                </a:solidFill>
                <a:effectLst/>
                <a:latin typeface="Arial"/>
                <a:cs typeface="Arial"/>
              </a:rPr>
              <a:t>• 300+ days of </a:t>
            </a:r>
            <a:r>
              <a:rPr lang="en-US" sz="1400" b="1" i="0" u="none" strike="noStrike" dirty="0">
                <a:solidFill>
                  <a:srgbClr val="CC4628"/>
                </a:solidFill>
                <a:effectLst/>
                <a:latin typeface="Arial"/>
                <a:cs typeface="Arial"/>
              </a:rPr>
              <a:t>sunshine</a:t>
            </a:r>
            <a:r>
              <a:rPr lang="en-US" sz="1400" dirty="0">
                <a:solidFill>
                  <a:srgbClr val="183158"/>
                </a:solidFill>
                <a:latin typeface="Arial"/>
                <a:cs typeface="Arial"/>
              </a:rPr>
              <a:t> </a:t>
            </a:r>
            <a:endParaRPr lang="en-US" sz="1400" dirty="0">
              <a:solidFill>
                <a:srgbClr val="183158"/>
              </a:solidFill>
              <a:latin typeface="Arial" panose="020B0604020202020204" pitchFamily="34" charset="0"/>
              <a:cs typeface="Arial" panose="020B0604020202020204" pitchFamily="34" charset="0"/>
            </a:endParaRPr>
          </a:p>
        </p:txBody>
      </p:sp>
      <p:pic>
        <p:nvPicPr>
          <p:cNvPr id="144" name="Google Shape;144;p9" descr="A close-up of the moon&#10;&#10;Description automatically generated with low confidence"/>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rot="5164995">
            <a:off x="1518516" y="4420161"/>
            <a:ext cx="2131384" cy="584679"/>
          </a:xfrm>
          <a:prstGeom prst="rect">
            <a:avLst/>
          </a:prstGeom>
          <a:noFill/>
          <a:ln>
            <a:noFill/>
          </a:ln>
        </p:spPr>
      </p:pic>
      <p:sp>
        <p:nvSpPr>
          <p:cNvPr id="140" name="Google Shape;140;p9"/>
          <p:cNvSpPr txBox="1"/>
          <p:nvPr/>
        </p:nvSpPr>
        <p:spPr>
          <a:xfrm>
            <a:off x="9392044" y="6604353"/>
            <a:ext cx="2743200" cy="179092"/>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a:solidFill>
                  <a:srgbClr val="06234B"/>
                </a:solidFill>
                <a:latin typeface="Courier New" panose="02070309020205020404" pitchFamily="49" charset="0"/>
                <a:ea typeface="Roboto Mono Light"/>
                <a:cs typeface="Courier New" panose="02070309020205020404" pitchFamily="49" charset="0"/>
                <a:sym typeface="Roboto Mono Light"/>
              </a:rPr>
              <a:t>7</a:t>
            </a:fld>
            <a:endParaRPr sz="900">
              <a:solidFill>
                <a:srgbClr val="06234B"/>
              </a:solidFill>
              <a:latin typeface="Courier New" panose="02070309020205020404" pitchFamily="49" charset="0"/>
              <a:ea typeface="Roboto Mono Light"/>
              <a:cs typeface="Courier New" panose="02070309020205020404" pitchFamily="49" charset="0"/>
              <a:sym typeface="Roboto Mono Light"/>
            </a:endParaRPr>
          </a:p>
        </p:txBody>
      </p:sp>
      <p:pic>
        <p:nvPicPr>
          <p:cNvPr id="1026" name="Picture 2">
            <a:extLst>
              <a:ext uri="{FF2B5EF4-FFF2-40B4-BE49-F238E27FC236}">
                <a16:creationId xmlns:a16="http://schemas.microsoft.com/office/drawing/2014/main" id="{B5CFB991-FFA9-4409-7142-B3E4E208EC55}"/>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629177" y="1062328"/>
            <a:ext cx="2944713" cy="2944713"/>
          </a:xfrm>
          <a:prstGeom prst="rect">
            <a:avLst/>
          </a:prstGeom>
          <a:noFill/>
          <a:extLst>
            <a:ext uri="{909E8E84-426E-40DD-AFC4-6F175D3DCCD1}">
              <a14:hiddenFill xmlns:a14="http://schemas.microsoft.com/office/drawing/2010/main">
                <a:solidFill>
                  <a:srgbClr val="FFFFFF"/>
                </a:solidFill>
              </a14:hiddenFill>
            </a:ext>
          </a:extLst>
        </p:spPr>
      </p:pic>
      <p:pic>
        <p:nvPicPr>
          <p:cNvPr id="136" name="Google Shape;136;p9" descr="Shape&#10;&#10;Description automatically generated with medium confidence"/>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806735" y="3653405"/>
            <a:ext cx="4583074" cy="852768"/>
          </a:xfrm>
          <a:prstGeom prst="rect">
            <a:avLst/>
          </a:prstGeom>
          <a:noFill/>
          <a:ln>
            <a:noFill/>
          </a:ln>
        </p:spPr>
      </p:pic>
    </p:spTree>
    <p:extLst>
      <p:ext uri="{BB962C8B-B14F-4D97-AF65-F5344CB8AC3E}">
        <p14:creationId xmlns:p14="http://schemas.microsoft.com/office/powerpoint/2010/main" val="2302426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7" name="Google Shape;137;p9"/>
          <p:cNvSpPr txBox="1"/>
          <p:nvPr/>
        </p:nvSpPr>
        <p:spPr>
          <a:xfrm>
            <a:off x="328413" y="214411"/>
            <a:ext cx="5478534" cy="307736"/>
          </a:xfrm>
          <a:prstGeom prst="rect">
            <a:avLst/>
          </a:prstGeom>
          <a:noFill/>
          <a:ln>
            <a:noFill/>
          </a:ln>
        </p:spPr>
        <p:txBody>
          <a:bodyPr spcFirstLastPara="1" wrap="square" lIns="91425" tIns="45700" rIns="91425" bIns="45700" anchor="t" anchorCtr="0">
            <a:spAutoFit/>
          </a:bodyPr>
          <a:lstStyle/>
          <a:p>
            <a:r>
              <a:rPr lang="en-US" sz="1400" b="1">
                <a:solidFill>
                  <a:srgbClr val="06234B"/>
                </a:solidFill>
                <a:latin typeface="Courier New"/>
                <a:ea typeface="Open Sans"/>
                <a:cs typeface="Courier New"/>
                <a:sym typeface="Open Sans"/>
              </a:rPr>
              <a:t>ABOUT COLORADO SCHOOL OF MINES </a:t>
            </a:r>
            <a:r>
              <a:rPr lang="en-US" sz="1400" b="1">
                <a:solidFill>
                  <a:srgbClr val="06234B"/>
                </a:solidFill>
                <a:latin typeface="Arial Black"/>
                <a:ea typeface="Open Sans Light"/>
                <a:cs typeface="Arial Black" panose="020B0604020202020204" pitchFamily="34" charset="0"/>
                <a:sym typeface="Open Sans Light"/>
              </a:rPr>
              <a:t>|</a:t>
            </a:r>
            <a:r>
              <a:rPr lang="en-US" sz="1400" b="1">
                <a:solidFill>
                  <a:srgbClr val="06234B"/>
                </a:solidFill>
                <a:latin typeface="Arial Black"/>
                <a:ea typeface="Open Sans"/>
                <a:cs typeface="Arial Black" panose="020B0604020202020204" pitchFamily="34" charset="0"/>
                <a:sym typeface="Open Sans"/>
              </a:rPr>
              <a:t>  RESEARCH</a:t>
            </a:r>
            <a:endParaRPr b="1">
              <a:latin typeface="Arial Black" panose="020B0604020202020204" pitchFamily="34" charset="0"/>
              <a:cs typeface="Arial Black" panose="020B0604020202020204" pitchFamily="34" charset="0"/>
            </a:endParaRPr>
          </a:p>
        </p:txBody>
      </p:sp>
      <p:sp>
        <p:nvSpPr>
          <p:cNvPr id="138" name="Google Shape;138;p9"/>
          <p:cNvSpPr txBox="1"/>
          <p:nvPr/>
        </p:nvSpPr>
        <p:spPr>
          <a:xfrm>
            <a:off x="6378929" y="1136376"/>
            <a:ext cx="5385637" cy="1187073"/>
          </a:xfrm>
          <a:prstGeom prst="rect">
            <a:avLst/>
          </a:prstGeom>
          <a:noFill/>
          <a:ln>
            <a:noFill/>
          </a:ln>
        </p:spPr>
        <p:txBody>
          <a:bodyPr spcFirstLastPara="1" wrap="square" lIns="91425" tIns="45700" rIns="91425" bIns="45700" anchor="t" anchorCtr="0">
            <a:noAutofit/>
          </a:bodyPr>
          <a:lstStyle/>
          <a:p>
            <a:pPr>
              <a:lnSpc>
                <a:spcPct val="90000"/>
              </a:lnSpc>
            </a:pPr>
            <a:r>
              <a:rPr lang="en-US" sz="4000" b="1">
                <a:solidFill>
                  <a:srgbClr val="06234B"/>
                </a:solidFill>
                <a:latin typeface="Arial Black"/>
                <a:sym typeface="Oswald"/>
              </a:rPr>
              <a:t>SOLVING THE MOST CRITICAL CHALLENGES</a:t>
            </a:r>
            <a:endParaRPr lang="en-US"/>
          </a:p>
        </p:txBody>
      </p:sp>
      <p:sp>
        <p:nvSpPr>
          <p:cNvPr id="139" name="Google Shape;139;p9"/>
          <p:cNvSpPr txBox="1"/>
          <p:nvPr/>
        </p:nvSpPr>
        <p:spPr>
          <a:xfrm>
            <a:off x="6392376" y="3000037"/>
            <a:ext cx="5410061" cy="3252085"/>
          </a:xfrm>
          <a:prstGeom prst="rect">
            <a:avLst/>
          </a:prstGeom>
          <a:noFill/>
          <a:ln>
            <a:noFill/>
          </a:ln>
        </p:spPr>
        <p:txBody>
          <a:bodyPr spcFirstLastPara="1" wrap="square" lIns="91425" tIns="45700" rIns="91425" bIns="45700" anchor="t" anchorCtr="0">
            <a:noAutofit/>
          </a:bodyPr>
          <a:lstStyle/>
          <a:p>
            <a:pPr>
              <a:buClr>
                <a:schemeClr val="dk1"/>
              </a:buClr>
              <a:buSzPts val="1200"/>
            </a:pPr>
            <a:r>
              <a:rPr lang="en-US" sz="1400" dirty="0">
                <a:solidFill>
                  <a:srgbClr val="2B2B2B"/>
                </a:solidFill>
                <a:latin typeface="Arial"/>
                <a:cs typeface="Arial"/>
              </a:rPr>
              <a:t>Mines is a global leader in research inspired by the changing needs of society. We tackle tomorrow's biggest challenges and capitalize on opportunities to translate science and engineering into technology that improves our lives.</a:t>
            </a:r>
            <a:endParaRPr lang="en-US" dirty="0">
              <a:solidFill>
                <a:srgbClr val="000000"/>
              </a:solidFill>
              <a:latin typeface="Arial"/>
              <a:cs typeface="Calibri"/>
            </a:endParaRPr>
          </a:p>
          <a:p>
            <a:pPr>
              <a:buSzPts val="1200"/>
            </a:pPr>
            <a:endParaRPr lang="en-US" sz="1400" dirty="0">
              <a:solidFill>
                <a:srgbClr val="000000"/>
              </a:solidFill>
              <a:latin typeface="Arial"/>
              <a:cs typeface="Calibri"/>
            </a:endParaRPr>
          </a:p>
          <a:p>
            <a:pPr>
              <a:buSzPts val="1200"/>
            </a:pPr>
            <a:r>
              <a:rPr lang="en-US" sz="1400" dirty="0">
                <a:solidFill>
                  <a:srgbClr val="2B2B2B"/>
                </a:solidFill>
                <a:latin typeface="Arial"/>
                <a:cs typeface="Arial"/>
              </a:rPr>
              <a:t>Research at Mines is </a:t>
            </a:r>
            <a:r>
              <a:rPr lang="en-US" sz="1400" dirty="0">
                <a:solidFill>
                  <a:srgbClr val="333333"/>
                </a:solidFill>
                <a:latin typeface="Arial"/>
                <a:ea typeface="+mn-lt"/>
                <a:cs typeface="+mn-lt"/>
              </a:rPr>
              <a:t>interdisciplinary, collaborative and</a:t>
            </a:r>
            <a:r>
              <a:rPr lang="en-US" sz="1400" dirty="0">
                <a:solidFill>
                  <a:srgbClr val="333333"/>
                </a:solidFill>
                <a:latin typeface="Arial"/>
                <a:cs typeface="Calibri"/>
              </a:rPr>
              <a:t> in</a:t>
            </a:r>
            <a:r>
              <a:rPr lang="en-US" sz="1400" dirty="0">
                <a:solidFill>
                  <a:srgbClr val="2B2B2B"/>
                </a:solidFill>
                <a:latin typeface="Arial"/>
                <a:cs typeface="Arial"/>
              </a:rPr>
              <a:t> context,</a:t>
            </a:r>
            <a:r>
              <a:rPr lang="en-US" sz="1400" dirty="0">
                <a:solidFill>
                  <a:srgbClr val="2B2B2B"/>
                </a:solidFill>
                <a:latin typeface="Arial"/>
                <a:ea typeface="+mn-lt"/>
                <a:cs typeface="+mn-lt"/>
              </a:rPr>
              <a:t> an approach that enables us to provide innovative solutions that incorporate an understanding of social, economic, political and environmental impacts.</a:t>
            </a:r>
            <a:endParaRPr lang="en-US" sz="1400" dirty="0">
              <a:solidFill>
                <a:srgbClr val="000000"/>
              </a:solidFill>
              <a:latin typeface="Arial"/>
              <a:cs typeface="Calibri"/>
            </a:endParaRPr>
          </a:p>
          <a:p>
            <a:pPr>
              <a:lnSpc>
                <a:spcPct val="140000"/>
              </a:lnSpc>
              <a:buSzPts val="1200"/>
              <a:buFont typeface="Calibri"/>
            </a:pPr>
            <a:endParaRPr lang="en-US" sz="1400" dirty="0">
              <a:solidFill>
                <a:srgbClr val="183158"/>
              </a:solidFill>
              <a:latin typeface="Arial"/>
              <a:ea typeface="Open Sans"/>
              <a:cs typeface="Arial"/>
            </a:endParaRPr>
          </a:p>
          <a:p>
            <a:pPr>
              <a:buClr>
                <a:schemeClr val="dk1"/>
              </a:buClr>
              <a:buSzPts val="1200"/>
            </a:pPr>
            <a:r>
              <a:rPr lang="en-US" sz="1400" b="0" i="0" u="none" strike="noStrike" dirty="0">
                <a:solidFill>
                  <a:srgbClr val="183158"/>
                </a:solidFill>
                <a:effectLst/>
                <a:latin typeface="Arial"/>
                <a:cs typeface="Arial"/>
              </a:rPr>
              <a:t>• </a:t>
            </a:r>
            <a:r>
              <a:rPr lang="en-US" sz="1400" dirty="0">
                <a:solidFill>
                  <a:srgbClr val="183158"/>
                </a:solidFill>
                <a:latin typeface="Arial"/>
                <a:cs typeface="Arial"/>
              </a:rPr>
              <a:t>Recognized as an </a:t>
            </a:r>
            <a:r>
              <a:rPr lang="en-US" sz="1400" b="1" dirty="0">
                <a:solidFill>
                  <a:srgbClr val="CC4628"/>
                </a:solidFill>
                <a:latin typeface="Arial"/>
                <a:cs typeface="Arial"/>
              </a:rPr>
              <a:t>R1 </a:t>
            </a:r>
            <a:r>
              <a:rPr lang="en-US" sz="1400" dirty="0">
                <a:solidFill>
                  <a:srgbClr val="183158"/>
                </a:solidFill>
                <a:latin typeface="Arial"/>
                <a:cs typeface="Arial"/>
              </a:rPr>
              <a:t>"very high research activity" institution </a:t>
            </a:r>
            <a:endParaRPr lang="en-US" dirty="0">
              <a:solidFill>
                <a:srgbClr val="000000"/>
              </a:solidFill>
              <a:latin typeface="Calibri" panose="020F0502020204030204"/>
              <a:cs typeface="Calibri"/>
            </a:endParaRPr>
          </a:p>
          <a:p>
            <a:pPr>
              <a:lnSpc>
                <a:spcPct val="150000"/>
              </a:lnSpc>
            </a:pPr>
            <a:r>
              <a:rPr lang="en-US" sz="1400" dirty="0">
                <a:solidFill>
                  <a:srgbClr val="183158"/>
                </a:solidFill>
                <a:latin typeface="Arial"/>
                <a:cs typeface="Arial"/>
              </a:rPr>
              <a:t>• $95M in total research </a:t>
            </a:r>
            <a:r>
              <a:rPr lang="en-US" sz="1400" b="1" dirty="0">
                <a:solidFill>
                  <a:srgbClr val="CC4628"/>
                </a:solidFill>
                <a:latin typeface="Arial"/>
                <a:cs typeface="Arial"/>
              </a:rPr>
              <a:t>awards </a:t>
            </a:r>
            <a:r>
              <a:rPr lang="en-US" sz="1400" dirty="0">
                <a:solidFill>
                  <a:srgbClr val="183158"/>
                </a:solidFill>
                <a:latin typeface="Arial"/>
                <a:cs typeface="Arial"/>
              </a:rPr>
              <a:t>in FY22</a:t>
            </a:r>
            <a:endParaRPr lang="en-US" dirty="0">
              <a:solidFill>
                <a:srgbClr val="000000"/>
              </a:solidFill>
              <a:latin typeface="Calibri" panose="020F0502020204030204"/>
              <a:cs typeface="Calibri"/>
            </a:endParaRPr>
          </a:p>
          <a:p>
            <a:pPr>
              <a:lnSpc>
                <a:spcPct val="150000"/>
              </a:lnSpc>
              <a:buSzPts val="1200"/>
            </a:pPr>
            <a:r>
              <a:rPr lang="en-US" sz="1400" b="0" i="0" u="none" strike="noStrike" dirty="0">
                <a:solidFill>
                  <a:srgbClr val="183158"/>
                </a:solidFill>
                <a:effectLst/>
                <a:latin typeface="Arial"/>
                <a:cs typeface="Arial"/>
              </a:rPr>
              <a:t>• </a:t>
            </a:r>
            <a:r>
              <a:rPr lang="en-US" sz="1400" dirty="0">
                <a:solidFill>
                  <a:srgbClr val="183158"/>
                </a:solidFill>
                <a:latin typeface="Arial"/>
                <a:cs typeface="Arial"/>
              </a:rPr>
              <a:t>32 active research </a:t>
            </a:r>
            <a:r>
              <a:rPr lang="en-US" sz="1400" b="1" dirty="0">
                <a:solidFill>
                  <a:srgbClr val="CC4628"/>
                </a:solidFill>
                <a:latin typeface="Arial"/>
                <a:cs typeface="Arial"/>
              </a:rPr>
              <a:t>centers </a:t>
            </a:r>
            <a:r>
              <a:rPr lang="en-US" sz="1400" dirty="0">
                <a:solidFill>
                  <a:srgbClr val="183158"/>
                </a:solidFill>
                <a:latin typeface="Arial"/>
                <a:cs typeface="Arial"/>
              </a:rPr>
              <a:t>and industry consortia on campus</a:t>
            </a:r>
            <a:endParaRPr lang="en-US" dirty="0">
              <a:cs typeface="Calibri"/>
            </a:endParaRPr>
          </a:p>
        </p:txBody>
      </p:sp>
      <p:pic>
        <p:nvPicPr>
          <p:cNvPr id="144" name="Google Shape;144;p9" descr="A close-up of the moon&#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rot="5164995">
            <a:off x="1458160" y="2554866"/>
            <a:ext cx="2131384" cy="584679"/>
          </a:xfrm>
          <a:prstGeom prst="rect">
            <a:avLst/>
          </a:prstGeom>
          <a:noFill/>
          <a:ln>
            <a:noFill/>
          </a:ln>
        </p:spPr>
      </p:pic>
      <p:sp>
        <p:nvSpPr>
          <p:cNvPr id="140" name="Google Shape;140;p9"/>
          <p:cNvSpPr txBox="1"/>
          <p:nvPr/>
        </p:nvSpPr>
        <p:spPr>
          <a:xfrm>
            <a:off x="9392044" y="6604353"/>
            <a:ext cx="2743200" cy="179092"/>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a:solidFill>
                  <a:srgbClr val="06234B"/>
                </a:solidFill>
                <a:latin typeface="Courier New" panose="02070309020205020404" pitchFamily="49" charset="0"/>
                <a:ea typeface="Roboto Mono Light"/>
                <a:cs typeface="Courier New" panose="02070309020205020404" pitchFamily="49" charset="0"/>
                <a:sym typeface="Roboto Mono Light"/>
              </a:rPr>
              <a:t>8</a:t>
            </a:fld>
            <a:endParaRPr sz="900">
              <a:solidFill>
                <a:srgbClr val="06234B"/>
              </a:solidFill>
              <a:latin typeface="Courier New" panose="02070309020205020404" pitchFamily="49" charset="0"/>
              <a:ea typeface="Roboto Mono Light"/>
              <a:cs typeface="Courier New" panose="02070309020205020404" pitchFamily="49" charset="0"/>
              <a:sym typeface="Roboto Mono Light"/>
            </a:endParaRPr>
          </a:p>
        </p:txBody>
      </p:sp>
      <p:pic>
        <p:nvPicPr>
          <p:cNvPr id="4" name="Picture 4">
            <a:extLst>
              <a:ext uri="{FF2B5EF4-FFF2-40B4-BE49-F238E27FC236}">
                <a16:creationId xmlns:a16="http://schemas.microsoft.com/office/drawing/2014/main" id="{6C3A8CA5-70A1-1F72-643A-8540101317E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658573" y="1136376"/>
            <a:ext cx="3244198" cy="4863182"/>
          </a:xfrm>
          <a:prstGeom prst="rect">
            <a:avLst/>
          </a:prstGeom>
        </p:spPr>
      </p:pic>
      <p:pic>
        <p:nvPicPr>
          <p:cNvPr id="5" name="Picture 5" descr="A picture containing indoor, kitchen, person, person&#10;&#10;Description automatically generated">
            <a:extLst>
              <a:ext uri="{FF2B5EF4-FFF2-40B4-BE49-F238E27FC236}">
                <a16:creationId xmlns:a16="http://schemas.microsoft.com/office/drawing/2014/main" id="{19FA0EE0-5F60-E4F1-28D3-304EBA66437E}"/>
              </a:ext>
            </a:extLst>
          </p:cNvPr>
          <p:cNvPicPr>
            <a:picLocks noChangeAspect="1"/>
          </p:cNvPicPr>
          <p:nvPr/>
        </p:nvPicPr>
        <p:blipFill>
          <a:blip r:embed="rId5"/>
          <a:stretch>
            <a:fillRect/>
          </a:stretch>
        </p:blipFill>
        <p:spPr>
          <a:xfrm>
            <a:off x="325925" y="3695886"/>
            <a:ext cx="3233596" cy="2714990"/>
          </a:xfrm>
          <a:prstGeom prst="rect">
            <a:avLst/>
          </a:prstGeom>
        </p:spPr>
      </p:pic>
      <p:pic>
        <p:nvPicPr>
          <p:cNvPr id="136" name="Google Shape;136;p9" descr="Shape&#10;&#10;Description automatically generated with medium confidence"/>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514964" y="5561857"/>
            <a:ext cx="4583074" cy="852768"/>
          </a:xfrm>
          <a:prstGeom prst="rect">
            <a:avLst/>
          </a:prstGeom>
          <a:noFill/>
          <a:ln>
            <a:noFill/>
          </a:ln>
        </p:spPr>
      </p:pic>
    </p:spTree>
    <p:extLst>
      <p:ext uri="{BB962C8B-B14F-4D97-AF65-F5344CB8AC3E}">
        <p14:creationId xmlns:p14="http://schemas.microsoft.com/office/powerpoint/2010/main" val="3246714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4" descr="Shape&#10;&#10;Description automatically generated with medium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flipH="1">
            <a:off x="11507417" y="4233672"/>
            <a:ext cx="684583" cy="2624328"/>
          </a:xfrm>
          <a:prstGeom prst="rect">
            <a:avLst/>
          </a:prstGeom>
          <a:noFill/>
          <a:ln>
            <a:noFill/>
          </a:ln>
        </p:spPr>
      </p:pic>
      <p:sp>
        <p:nvSpPr>
          <p:cNvPr id="85" name="Google Shape;85;p4"/>
          <p:cNvSpPr txBox="1"/>
          <p:nvPr/>
        </p:nvSpPr>
        <p:spPr>
          <a:xfrm>
            <a:off x="635877" y="2947202"/>
            <a:ext cx="10920246" cy="963595"/>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lt1"/>
              </a:buClr>
              <a:buSzPts val="7200"/>
              <a:buFont typeface="Oswald"/>
              <a:buNone/>
            </a:pPr>
            <a:r>
              <a:rPr lang="en-US" sz="7200" b="1" u="none" strike="noStrike" cap="none" dirty="0">
                <a:solidFill>
                  <a:schemeClr val="lt1"/>
                </a:solidFill>
                <a:latin typeface="Arial Black" panose="020B0604020202020204" pitchFamily="34" charset="0"/>
                <a:ea typeface="Oswald"/>
                <a:cs typeface="Arial Black" panose="020B0604020202020204" pitchFamily="34" charset="0"/>
                <a:sym typeface="Oswald"/>
              </a:rPr>
              <a:t>SECTION DIVIDER</a:t>
            </a:r>
            <a:endParaRPr sz="7200" b="1" u="none" strike="noStrike" cap="none" dirty="0">
              <a:solidFill>
                <a:schemeClr val="lt1"/>
              </a:solidFill>
              <a:latin typeface="Arial Black" panose="020B0604020202020204" pitchFamily="34" charset="0"/>
              <a:ea typeface="Oswald"/>
              <a:cs typeface="Arial Black" panose="020B0604020202020204" pitchFamily="34" charset="0"/>
              <a:sym typeface="Oswald"/>
            </a:endParaRPr>
          </a:p>
        </p:txBody>
      </p:sp>
      <p:sp>
        <p:nvSpPr>
          <p:cNvPr id="87" name="Google Shape;87;p4"/>
          <p:cNvSpPr txBox="1"/>
          <p:nvPr/>
        </p:nvSpPr>
        <p:spPr>
          <a:xfrm>
            <a:off x="4799024" y="2610544"/>
            <a:ext cx="2481352" cy="253646"/>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06234B"/>
              </a:buClr>
              <a:buSzPts val="1600"/>
              <a:buFont typeface="Roboto Mono"/>
              <a:buNone/>
            </a:pPr>
            <a:r>
              <a:rPr lang="en-US" sz="1600" b="1" u="none" strike="noStrike" cap="none" dirty="0">
                <a:solidFill>
                  <a:srgbClr val="06234B"/>
                </a:solidFill>
                <a:latin typeface="Courier New" panose="02070309020205020404" pitchFamily="49" charset="0"/>
                <a:ea typeface="Roboto Mono"/>
                <a:cs typeface="Courier New" panose="02070309020205020404" pitchFamily="49" charset="0"/>
                <a:sym typeface="Roboto Mono"/>
              </a:rPr>
              <a:t>SUBHEAD HERE</a:t>
            </a:r>
            <a:endParaRPr sz="1600" b="1" u="none" strike="noStrike" cap="none" dirty="0">
              <a:solidFill>
                <a:srgbClr val="06234B"/>
              </a:solidFill>
              <a:latin typeface="Courier New" panose="02070309020205020404" pitchFamily="49" charset="0"/>
              <a:ea typeface="Roboto Mono"/>
              <a:cs typeface="Courier New" panose="02070309020205020404" pitchFamily="49" charset="0"/>
              <a:sym typeface="Roboto Mono"/>
            </a:endParaRPr>
          </a:p>
        </p:txBody>
      </p:sp>
      <p:sp>
        <p:nvSpPr>
          <p:cNvPr id="88" name="Google Shape;88;p4"/>
          <p:cNvSpPr txBox="1"/>
          <p:nvPr/>
        </p:nvSpPr>
        <p:spPr>
          <a:xfrm>
            <a:off x="9392044" y="6604353"/>
            <a:ext cx="2743200" cy="179092"/>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u="none" strike="noStrike" cap="none">
                <a:solidFill>
                  <a:schemeClr val="lt1"/>
                </a:solidFill>
                <a:latin typeface="Courier New" panose="02070309020205020404" pitchFamily="49" charset="0"/>
                <a:ea typeface="Roboto Mono Light"/>
                <a:cs typeface="Courier New" panose="02070309020205020404" pitchFamily="49" charset="0"/>
                <a:sym typeface="Roboto Mono Light"/>
              </a:rPr>
              <a:t>9</a:t>
            </a:fld>
            <a:endParaRPr sz="900" u="none" strike="noStrike" cap="none" dirty="0">
              <a:solidFill>
                <a:schemeClr val="lt1"/>
              </a:solidFill>
              <a:latin typeface="Courier New" panose="02070309020205020404" pitchFamily="49" charset="0"/>
              <a:ea typeface="Roboto Mono Light"/>
              <a:cs typeface="Courier New" panose="02070309020205020404" pitchFamily="49" charset="0"/>
              <a:sym typeface="Roboto Mono Light"/>
            </a:endParaRPr>
          </a:p>
        </p:txBody>
      </p:sp>
      <p:sp>
        <p:nvSpPr>
          <p:cNvPr id="90" name="Google Shape;90;p4"/>
          <p:cNvSpPr txBox="1"/>
          <p:nvPr/>
        </p:nvSpPr>
        <p:spPr>
          <a:xfrm>
            <a:off x="4799024" y="4010522"/>
            <a:ext cx="2481352" cy="253646"/>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06234B"/>
              </a:buClr>
              <a:buSzPts val="1600"/>
              <a:buFont typeface="Roboto Mono"/>
              <a:buNone/>
            </a:pPr>
            <a:r>
              <a:rPr lang="en-US" sz="1600" b="1" u="none" strike="noStrike" cap="none" dirty="0">
                <a:solidFill>
                  <a:srgbClr val="06234B"/>
                </a:solidFill>
                <a:latin typeface="Courier New" panose="02070309020205020404" pitchFamily="49" charset="0"/>
                <a:ea typeface="Roboto Mono"/>
                <a:cs typeface="Courier New" panose="02070309020205020404" pitchFamily="49" charset="0"/>
                <a:sym typeface="Roboto Mono"/>
              </a:rPr>
              <a:t>LOREM IPSUM DOLOR</a:t>
            </a:r>
            <a:endParaRPr sz="1600" b="1" u="none" strike="noStrike" cap="none" dirty="0">
              <a:solidFill>
                <a:srgbClr val="06234B"/>
              </a:solidFill>
              <a:latin typeface="Courier New" panose="02070309020205020404" pitchFamily="49" charset="0"/>
              <a:ea typeface="Roboto Mono"/>
              <a:cs typeface="Courier New" panose="02070309020205020404" pitchFamily="49" charset="0"/>
              <a:sym typeface="Roboto Mon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C2911F1-2960-F7FC-83EC-36200088EFB1}"/>
              </a:ext>
            </a:extLst>
          </p:cNvPr>
          <p:cNvSpPr>
            <a:spLocks noGrp="1"/>
          </p:cNvSpPr>
          <p:nvPr>
            <p:ph type="body" sz="quarter" idx="11"/>
          </p:nvPr>
        </p:nvSpPr>
        <p:spPr/>
        <p:txBody>
          <a:bodyPr/>
          <a:lstStyle/>
          <a:p>
            <a:endParaRPr lang="en-US"/>
          </a:p>
        </p:txBody>
      </p:sp>
      <p:sp>
        <p:nvSpPr>
          <p:cNvPr id="3" name="Text Placeholder 2">
            <a:extLst>
              <a:ext uri="{FF2B5EF4-FFF2-40B4-BE49-F238E27FC236}">
                <a16:creationId xmlns:a16="http://schemas.microsoft.com/office/drawing/2014/main" id="{24F5C954-5E3A-1D31-C78B-4BE0C8F9F5AE}"/>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948018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5"/>
          <p:cNvSpPr txBox="1"/>
          <p:nvPr/>
        </p:nvSpPr>
        <p:spPr>
          <a:xfrm>
            <a:off x="635877" y="2610544"/>
            <a:ext cx="2481352" cy="253646"/>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889FC7"/>
              </a:buClr>
              <a:buSzPts val="1600"/>
              <a:buFont typeface="Roboto Mono"/>
              <a:buNone/>
            </a:pPr>
            <a:r>
              <a:rPr lang="en-US" sz="1600" b="1" u="none" strike="noStrike" cap="none" dirty="0">
                <a:solidFill>
                  <a:srgbClr val="183158"/>
                </a:solidFill>
                <a:latin typeface="Courier New" panose="02070309020205020404" pitchFamily="49" charset="0"/>
                <a:ea typeface="Roboto Mono"/>
                <a:cs typeface="Courier New" panose="02070309020205020404" pitchFamily="49" charset="0"/>
                <a:sym typeface="Roboto Mono"/>
              </a:rPr>
              <a:t>SUBHEAD HERE</a:t>
            </a:r>
            <a:endParaRPr sz="1600" b="1" u="none" strike="noStrike" cap="none" dirty="0">
              <a:solidFill>
                <a:srgbClr val="183158"/>
              </a:solidFill>
              <a:latin typeface="Courier New" panose="02070309020205020404" pitchFamily="49" charset="0"/>
              <a:ea typeface="Roboto Mono"/>
              <a:cs typeface="Courier New" panose="02070309020205020404" pitchFamily="49" charset="0"/>
              <a:sym typeface="Roboto Mono"/>
            </a:endParaRPr>
          </a:p>
        </p:txBody>
      </p:sp>
      <p:sp>
        <p:nvSpPr>
          <p:cNvPr id="96" name="Google Shape;96;p5"/>
          <p:cNvSpPr txBox="1"/>
          <p:nvPr/>
        </p:nvSpPr>
        <p:spPr>
          <a:xfrm>
            <a:off x="635877" y="2947202"/>
            <a:ext cx="10920246" cy="96359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6234B"/>
              </a:buClr>
              <a:buSzPts val="7200"/>
              <a:buFont typeface="Oswald"/>
              <a:buNone/>
            </a:pPr>
            <a:r>
              <a:rPr lang="en-US" sz="6600" b="1" u="none" strike="noStrike" cap="none" dirty="0">
                <a:solidFill>
                  <a:srgbClr val="06234B"/>
                </a:solidFill>
                <a:latin typeface="Arial Black" panose="020B0604020202020204" pitchFamily="34" charset="0"/>
                <a:ea typeface="Oswald"/>
                <a:cs typeface="Arial Black" panose="020B0604020202020204" pitchFamily="34" charset="0"/>
                <a:sym typeface="Oswald"/>
              </a:rPr>
              <a:t>SECTION DIVIDER</a:t>
            </a:r>
            <a:endParaRPr sz="6600" b="1" u="none" strike="noStrike" cap="none" dirty="0">
              <a:solidFill>
                <a:srgbClr val="06234B"/>
              </a:solidFill>
              <a:latin typeface="Arial Black" panose="020B0604020202020204" pitchFamily="34" charset="0"/>
              <a:ea typeface="Oswald"/>
              <a:cs typeface="Arial Black" panose="020B0604020202020204" pitchFamily="34" charset="0"/>
              <a:sym typeface="Oswald"/>
            </a:endParaRPr>
          </a:p>
        </p:txBody>
      </p:sp>
      <p:pic>
        <p:nvPicPr>
          <p:cNvPr id="97" name="Google Shape;97;p5"/>
          <p:cNvPicPr preferRelativeResize="0"/>
          <p:nvPr/>
        </p:nvPicPr>
        <p:blipFill>
          <a:blip r:embed="rId3" cstate="screen">
            <a:extLst>
              <a:ext uri="{28A0092B-C50C-407E-A947-70E740481C1C}">
                <a14:useLocalDpi xmlns:a14="http://schemas.microsoft.com/office/drawing/2010/main"/>
              </a:ext>
            </a:extLst>
          </a:blip>
          <a:srcRect/>
          <a:stretch/>
        </p:blipFill>
        <p:spPr>
          <a:xfrm flipH="1">
            <a:off x="6096000" y="3428999"/>
            <a:ext cx="1588011" cy="1588011"/>
          </a:xfrm>
          <a:prstGeom prst="rect">
            <a:avLst/>
          </a:prstGeom>
          <a:noFill/>
          <a:ln>
            <a:noFill/>
          </a:ln>
        </p:spPr>
      </p:pic>
      <p:sp>
        <p:nvSpPr>
          <p:cNvPr id="98" name="Google Shape;98;p5"/>
          <p:cNvSpPr txBox="1"/>
          <p:nvPr/>
        </p:nvSpPr>
        <p:spPr>
          <a:xfrm>
            <a:off x="635878" y="4051360"/>
            <a:ext cx="6148586" cy="1415858"/>
          </a:xfrm>
          <a:prstGeom prst="rect">
            <a:avLst/>
          </a:prstGeom>
          <a:noFill/>
          <a:ln>
            <a:noFill/>
          </a:ln>
        </p:spPr>
        <p:txBody>
          <a:bodyPr spcFirstLastPara="1" wrap="square" lIns="91425" tIns="45700" rIns="91425" bIns="45700" anchor="t" anchorCtr="0">
            <a:noAutofit/>
          </a:bodyPr>
          <a:lstStyle/>
          <a:p>
            <a:pPr marL="0" marR="0" lvl="0" indent="0" algn="l" rtl="0">
              <a:lnSpc>
                <a:spcPct val="140000"/>
              </a:lnSpc>
              <a:spcBef>
                <a:spcPts val="0"/>
              </a:spcBef>
              <a:spcAft>
                <a:spcPts val="0"/>
              </a:spcAft>
              <a:buClr>
                <a:schemeClr val="dk1"/>
              </a:buClr>
              <a:buSzPts val="1200"/>
              <a:buFont typeface="Open Sans"/>
              <a:buNone/>
            </a:pPr>
            <a:r>
              <a:rPr lang="en-US" sz="1200" u="none" strike="noStrike" cap="none" dirty="0">
                <a:solidFill>
                  <a:srgbClr val="183158"/>
                </a:solidFill>
                <a:latin typeface="Arial" panose="020B0604020202020204" pitchFamily="34" charset="0"/>
                <a:ea typeface="Open Sans"/>
                <a:cs typeface="Arial" panose="020B0604020202020204" pitchFamily="34" charset="0"/>
                <a:sym typeface="Open Sans"/>
              </a:rPr>
              <a:t>Lorem ipsum dolor sit </a:t>
            </a:r>
            <a:r>
              <a:rPr lang="en-US" sz="1200" u="none" strike="noStrike" cap="none" dirty="0" err="1">
                <a:solidFill>
                  <a:srgbClr val="183158"/>
                </a:solidFill>
                <a:latin typeface="Arial" panose="020B0604020202020204" pitchFamily="34" charset="0"/>
                <a:ea typeface="Open Sans"/>
                <a:cs typeface="Arial" panose="020B0604020202020204" pitchFamily="34" charset="0"/>
                <a:sym typeface="Open Sans"/>
              </a:rPr>
              <a:t>amet</a:t>
            </a:r>
            <a:r>
              <a:rPr lang="en-US" sz="1200" u="none" strike="noStrike" cap="none" dirty="0">
                <a:solidFill>
                  <a:srgbClr val="183158"/>
                </a:solidFill>
                <a:latin typeface="Arial" panose="020B0604020202020204" pitchFamily="34" charset="0"/>
                <a:ea typeface="Open Sans"/>
                <a:cs typeface="Arial" panose="020B0604020202020204" pitchFamily="34" charset="0"/>
                <a:sym typeface="Open Sans"/>
              </a:rPr>
              <a:t>, </a:t>
            </a:r>
            <a:r>
              <a:rPr lang="en-US" sz="1200" u="none" strike="noStrike" cap="none" dirty="0" err="1">
                <a:solidFill>
                  <a:srgbClr val="183158"/>
                </a:solidFill>
                <a:latin typeface="Arial" panose="020B0604020202020204" pitchFamily="34" charset="0"/>
                <a:ea typeface="Open Sans"/>
                <a:cs typeface="Arial" panose="020B0604020202020204" pitchFamily="34" charset="0"/>
                <a:sym typeface="Open Sans"/>
              </a:rPr>
              <a:t>consectetur</a:t>
            </a:r>
            <a:r>
              <a:rPr lang="en-US" sz="1200" u="none" strike="noStrike" cap="none" dirty="0">
                <a:solidFill>
                  <a:srgbClr val="183158"/>
                </a:solidFill>
                <a:latin typeface="Arial" panose="020B0604020202020204" pitchFamily="34" charset="0"/>
                <a:ea typeface="Open Sans"/>
                <a:cs typeface="Arial" panose="020B0604020202020204" pitchFamily="34" charset="0"/>
                <a:sym typeface="Open Sans"/>
              </a:rPr>
              <a:t> </a:t>
            </a:r>
            <a:r>
              <a:rPr lang="en-US" sz="1200" u="none" strike="noStrike" cap="none" dirty="0" err="1">
                <a:solidFill>
                  <a:srgbClr val="183158"/>
                </a:solidFill>
                <a:latin typeface="Arial" panose="020B0604020202020204" pitchFamily="34" charset="0"/>
                <a:ea typeface="Open Sans"/>
                <a:cs typeface="Arial" panose="020B0604020202020204" pitchFamily="34" charset="0"/>
                <a:sym typeface="Open Sans"/>
              </a:rPr>
              <a:t>adipiscing</a:t>
            </a:r>
            <a:r>
              <a:rPr lang="en-US" sz="1200" u="none" strike="noStrike" cap="none" dirty="0">
                <a:solidFill>
                  <a:srgbClr val="183158"/>
                </a:solidFill>
                <a:latin typeface="Arial" panose="020B0604020202020204" pitchFamily="34" charset="0"/>
                <a:ea typeface="Open Sans"/>
                <a:cs typeface="Arial" panose="020B0604020202020204" pitchFamily="34" charset="0"/>
                <a:sym typeface="Open Sans"/>
              </a:rPr>
              <a:t> </a:t>
            </a:r>
            <a:r>
              <a:rPr lang="en-US" sz="1200" u="none" strike="noStrike" cap="none" dirty="0" err="1">
                <a:solidFill>
                  <a:srgbClr val="183158"/>
                </a:solidFill>
                <a:latin typeface="Arial" panose="020B0604020202020204" pitchFamily="34" charset="0"/>
                <a:ea typeface="Open Sans"/>
                <a:cs typeface="Arial" panose="020B0604020202020204" pitchFamily="34" charset="0"/>
                <a:sym typeface="Open Sans"/>
              </a:rPr>
              <a:t>elit</a:t>
            </a:r>
            <a:r>
              <a:rPr lang="en-US" sz="1200" u="none" strike="noStrike" cap="none" dirty="0">
                <a:solidFill>
                  <a:srgbClr val="183158"/>
                </a:solidFill>
                <a:latin typeface="Arial" panose="020B0604020202020204" pitchFamily="34" charset="0"/>
                <a:ea typeface="Open Sans"/>
                <a:cs typeface="Arial" panose="020B0604020202020204" pitchFamily="34" charset="0"/>
                <a:sym typeface="Open Sans"/>
              </a:rPr>
              <a:t>, sed do </a:t>
            </a:r>
            <a:r>
              <a:rPr lang="en-US" sz="1200" u="none" strike="noStrike" cap="none" dirty="0" err="1">
                <a:solidFill>
                  <a:srgbClr val="183158"/>
                </a:solidFill>
                <a:latin typeface="Arial" panose="020B0604020202020204" pitchFamily="34" charset="0"/>
                <a:ea typeface="Open Sans"/>
                <a:cs typeface="Arial" panose="020B0604020202020204" pitchFamily="34" charset="0"/>
                <a:sym typeface="Open Sans"/>
              </a:rPr>
              <a:t>eiusmod</a:t>
            </a:r>
            <a:r>
              <a:rPr lang="en-US" sz="1200" u="none" strike="noStrike" cap="none" dirty="0">
                <a:solidFill>
                  <a:srgbClr val="183158"/>
                </a:solidFill>
                <a:latin typeface="Arial" panose="020B0604020202020204" pitchFamily="34" charset="0"/>
                <a:ea typeface="Open Sans"/>
                <a:cs typeface="Arial" panose="020B0604020202020204" pitchFamily="34" charset="0"/>
                <a:sym typeface="Open Sans"/>
              </a:rPr>
              <a:t> </a:t>
            </a:r>
            <a:r>
              <a:rPr lang="en-US" sz="1200" u="none" strike="noStrike" cap="none" dirty="0" err="1">
                <a:solidFill>
                  <a:srgbClr val="183158"/>
                </a:solidFill>
                <a:latin typeface="Arial" panose="020B0604020202020204" pitchFamily="34" charset="0"/>
                <a:ea typeface="Open Sans"/>
                <a:cs typeface="Arial" panose="020B0604020202020204" pitchFamily="34" charset="0"/>
                <a:sym typeface="Open Sans"/>
              </a:rPr>
              <a:t>tempor</a:t>
            </a:r>
            <a:r>
              <a:rPr lang="en-US" sz="1200" u="none" strike="noStrike" cap="none" dirty="0">
                <a:solidFill>
                  <a:srgbClr val="183158"/>
                </a:solidFill>
                <a:latin typeface="Arial" panose="020B0604020202020204" pitchFamily="34" charset="0"/>
                <a:ea typeface="Open Sans"/>
                <a:cs typeface="Arial" panose="020B0604020202020204" pitchFamily="34" charset="0"/>
                <a:sym typeface="Open Sans"/>
              </a:rPr>
              <a:t> </a:t>
            </a:r>
            <a:r>
              <a:rPr lang="en-US" sz="1200" u="none" strike="noStrike" cap="none" dirty="0" err="1">
                <a:solidFill>
                  <a:srgbClr val="183158"/>
                </a:solidFill>
                <a:latin typeface="Arial" panose="020B0604020202020204" pitchFamily="34" charset="0"/>
                <a:ea typeface="Open Sans"/>
                <a:cs typeface="Arial" panose="020B0604020202020204" pitchFamily="34" charset="0"/>
                <a:sym typeface="Open Sans"/>
              </a:rPr>
              <a:t>incididunt</a:t>
            </a:r>
            <a:r>
              <a:rPr lang="en-US" sz="1200" u="none" strike="noStrike" cap="none" dirty="0">
                <a:solidFill>
                  <a:srgbClr val="183158"/>
                </a:solidFill>
                <a:latin typeface="Arial" panose="020B0604020202020204" pitchFamily="34" charset="0"/>
                <a:ea typeface="Open Sans"/>
                <a:cs typeface="Arial" panose="020B0604020202020204" pitchFamily="34" charset="0"/>
                <a:sym typeface="Open Sans"/>
              </a:rPr>
              <a:t> </a:t>
            </a:r>
            <a:r>
              <a:rPr lang="en-US" sz="1200" u="none" strike="noStrike" cap="none" dirty="0" err="1">
                <a:solidFill>
                  <a:srgbClr val="183158"/>
                </a:solidFill>
                <a:latin typeface="Arial" panose="020B0604020202020204" pitchFamily="34" charset="0"/>
                <a:ea typeface="Open Sans"/>
                <a:cs typeface="Arial" panose="020B0604020202020204" pitchFamily="34" charset="0"/>
                <a:sym typeface="Open Sans"/>
              </a:rPr>
              <a:t>ut</a:t>
            </a:r>
            <a:r>
              <a:rPr lang="en-US" sz="1200" u="none" strike="noStrike" cap="none" dirty="0">
                <a:solidFill>
                  <a:srgbClr val="183158"/>
                </a:solidFill>
                <a:latin typeface="Arial" panose="020B0604020202020204" pitchFamily="34" charset="0"/>
                <a:ea typeface="Open Sans"/>
                <a:cs typeface="Arial" panose="020B0604020202020204" pitchFamily="34" charset="0"/>
                <a:sym typeface="Open Sans"/>
              </a:rPr>
              <a:t> </a:t>
            </a:r>
            <a:r>
              <a:rPr lang="en-US" sz="1200" u="none" strike="noStrike" cap="none" dirty="0" err="1">
                <a:solidFill>
                  <a:srgbClr val="183158"/>
                </a:solidFill>
                <a:latin typeface="Arial" panose="020B0604020202020204" pitchFamily="34" charset="0"/>
                <a:ea typeface="Open Sans"/>
                <a:cs typeface="Arial" panose="020B0604020202020204" pitchFamily="34" charset="0"/>
                <a:sym typeface="Open Sans"/>
              </a:rPr>
              <a:t>labore</a:t>
            </a:r>
            <a:r>
              <a:rPr lang="en-US" sz="1200" u="none" strike="noStrike" cap="none" dirty="0">
                <a:solidFill>
                  <a:srgbClr val="183158"/>
                </a:solidFill>
                <a:latin typeface="Arial" panose="020B0604020202020204" pitchFamily="34" charset="0"/>
                <a:ea typeface="Open Sans"/>
                <a:cs typeface="Arial" panose="020B0604020202020204" pitchFamily="34" charset="0"/>
                <a:sym typeface="Open Sans"/>
              </a:rPr>
              <a:t> et dolore magna </a:t>
            </a:r>
            <a:r>
              <a:rPr lang="en-US" sz="1200" u="none" strike="noStrike" cap="none" dirty="0" err="1">
                <a:solidFill>
                  <a:srgbClr val="183158"/>
                </a:solidFill>
                <a:latin typeface="Arial" panose="020B0604020202020204" pitchFamily="34" charset="0"/>
                <a:ea typeface="Open Sans"/>
                <a:cs typeface="Arial" panose="020B0604020202020204" pitchFamily="34" charset="0"/>
                <a:sym typeface="Open Sans"/>
              </a:rPr>
              <a:t>aliqua</a:t>
            </a:r>
            <a:r>
              <a:rPr lang="en-US" sz="1200" u="none" strike="noStrike" cap="none" dirty="0">
                <a:solidFill>
                  <a:srgbClr val="183158"/>
                </a:solidFill>
                <a:latin typeface="Arial" panose="020B0604020202020204" pitchFamily="34" charset="0"/>
                <a:ea typeface="Open Sans"/>
                <a:cs typeface="Arial" panose="020B0604020202020204" pitchFamily="34" charset="0"/>
                <a:sym typeface="Open Sans"/>
              </a:rPr>
              <a:t>. Ut </a:t>
            </a:r>
            <a:r>
              <a:rPr lang="en-US" sz="1200" u="none" strike="noStrike" cap="none" dirty="0" err="1">
                <a:solidFill>
                  <a:srgbClr val="183158"/>
                </a:solidFill>
                <a:latin typeface="Arial" panose="020B0604020202020204" pitchFamily="34" charset="0"/>
                <a:ea typeface="Open Sans"/>
                <a:cs typeface="Arial" panose="020B0604020202020204" pitchFamily="34" charset="0"/>
                <a:sym typeface="Open Sans"/>
              </a:rPr>
              <a:t>enim</a:t>
            </a:r>
            <a:r>
              <a:rPr lang="en-US" sz="1200" u="none" strike="noStrike" cap="none" dirty="0">
                <a:solidFill>
                  <a:srgbClr val="183158"/>
                </a:solidFill>
                <a:latin typeface="Arial" panose="020B0604020202020204" pitchFamily="34" charset="0"/>
                <a:ea typeface="Open Sans"/>
                <a:cs typeface="Arial" panose="020B0604020202020204" pitchFamily="34" charset="0"/>
                <a:sym typeface="Open Sans"/>
              </a:rPr>
              <a:t> ad minim </a:t>
            </a:r>
            <a:r>
              <a:rPr lang="en-US" sz="1200" u="none" strike="noStrike" cap="none" dirty="0" err="1">
                <a:solidFill>
                  <a:srgbClr val="183158"/>
                </a:solidFill>
                <a:latin typeface="Arial" panose="020B0604020202020204" pitchFamily="34" charset="0"/>
                <a:ea typeface="Open Sans"/>
                <a:cs typeface="Arial" panose="020B0604020202020204" pitchFamily="34" charset="0"/>
                <a:sym typeface="Open Sans"/>
              </a:rPr>
              <a:t>veniam</a:t>
            </a:r>
            <a:r>
              <a:rPr lang="en-US" sz="1200" u="none" strike="noStrike" cap="none" dirty="0">
                <a:solidFill>
                  <a:srgbClr val="183158"/>
                </a:solidFill>
                <a:latin typeface="Arial" panose="020B0604020202020204" pitchFamily="34" charset="0"/>
                <a:ea typeface="Open Sans"/>
                <a:cs typeface="Arial" panose="020B0604020202020204" pitchFamily="34" charset="0"/>
                <a:sym typeface="Open Sans"/>
              </a:rPr>
              <a:t>, </a:t>
            </a:r>
            <a:r>
              <a:rPr lang="en-US" sz="1200" u="none" strike="noStrike" cap="none" dirty="0" err="1">
                <a:solidFill>
                  <a:srgbClr val="183158"/>
                </a:solidFill>
                <a:latin typeface="Arial" panose="020B0604020202020204" pitchFamily="34" charset="0"/>
                <a:ea typeface="Open Sans"/>
                <a:cs typeface="Arial" panose="020B0604020202020204" pitchFamily="34" charset="0"/>
                <a:sym typeface="Open Sans"/>
              </a:rPr>
              <a:t>quis</a:t>
            </a:r>
            <a:r>
              <a:rPr lang="en-US" sz="1200" u="none" strike="noStrike" cap="none" dirty="0">
                <a:solidFill>
                  <a:srgbClr val="183158"/>
                </a:solidFill>
                <a:latin typeface="Arial" panose="020B0604020202020204" pitchFamily="34" charset="0"/>
                <a:ea typeface="Open Sans"/>
                <a:cs typeface="Arial" panose="020B0604020202020204" pitchFamily="34" charset="0"/>
                <a:sym typeface="Open Sans"/>
              </a:rPr>
              <a:t> </a:t>
            </a:r>
            <a:r>
              <a:rPr lang="en-US" sz="1200" u="none" strike="noStrike" cap="none" dirty="0" err="1">
                <a:solidFill>
                  <a:srgbClr val="183158"/>
                </a:solidFill>
                <a:latin typeface="Arial" panose="020B0604020202020204" pitchFamily="34" charset="0"/>
                <a:ea typeface="Open Sans"/>
                <a:cs typeface="Arial" panose="020B0604020202020204" pitchFamily="34" charset="0"/>
                <a:sym typeface="Open Sans"/>
              </a:rPr>
              <a:t>nostrud</a:t>
            </a:r>
            <a:r>
              <a:rPr lang="en-US" sz="1200" u="none" strike="noStrike" cap="none" dirty="0">
                <a:solidFill>
                  <a:srgbClr val="183158"/>
                </a:solidFill>
                <a:latin typeface="Arial" panose="020B0604020202020204" pitchFamily="34" charset="0"/>
                <a:ea typeface="Open Sans"/>
                <a:cs typeface="Arial" panose="020B0604020202020204" pitchFamily="34" charset="0"/>
                <a:sym typeface="Open Sans"/>
              </a:rPr>
              <a:t> exercitation </a:t>
            </a:r>
            <a:r>
              <a:rPr lang="en-US" sz="1200" u="none" strike="noStrike" cap="none" dirty="0" err="1">
                <a:solidFill>
                  <a:srgbClr val="183158"/>
                </a:solidFill>
                <a:latin typeface="Arial" panose="020B0604020202020204" pitchFamily="34" charset="0"/>
                <a:ea typeface="Open Sans"/>
                <a:cs typeface="Arial" panose="020B0604020202020204" pitchFamily="34" charset="0"/>
                <a:sym typeface="Open Sans"/>
              </a:rPr>
              <a:t>ullamco</a:t>
            </a:r>
            <a:r>
              <a:rPr lang="en-US" sz="1200" u="none" strike="noStrike" cap="none" dirty="0">
                <a:solidFill>
                  <a:srgbClr val="183158"/>
                </a:solidFill>
                <a:latin typeface="Arial" panose="020B0604020202020204" pitchFamily="34" charset="0"/>
                <a:ea typeface="Open Sans"/>
                <a:cs typeface="Arial" panose="020B0604020202020204" pitchFamily="34" charset="0"/>
                <a:sym typeface="Open Sans"/>
              </a:rPr>
              <a:t> </a:t>
            </a:r>
            <a:r>
              <a:rPr lang="en-US" sz="1200" u="none" strike="noStrike" cap="none" dirty="0" err="1">
                <a:solidFill>
                  <a:srgbClr val="183158"/>
                </a:solidFill>
                <a:latin typeface="Arial" panose="020B0604020202020204" pitchFamily="34" charset="0"/>
                <a:ea typeface="Open Sans"/>
                <a:cs typeface="Arial" panose="020B0604020202020204" pitchFamily="34" charset="0"/>
                <a:sym typeface="Open Sans"/>
              </a:rPr>
              <a:t>laboris</a:t>
            </a:r>
            <a:r>
              <a:rPr lang="en-US" sz="1200" u="none" strike="noStrike" cap="none" dirty="0">
                <a:solidFill>
                  <a:srgbClr val="183158"/>
                </a:solidFill>
                <a:latin typeface="Arial" panose="020B0604020202020204" pitchFamily="34" charset="0"/>
                <a:ea typeface="Open Sans"/>
                <a:cs typeface="Arial" panose="020B0604020202020204" pitchFamily="34" charset="0"/>
                <a:sym typeface="Open Sans"/>
              </a:rPr>
              <a:t> nisi </a:t>
            </a:r>
            <a:r>
              <a:rPr lang="en-US" sz="1200" u="none" strike="noStrike" cap="none" dirty="0" err="1">
                <a:solidFill>
                  <a:srgbClr val="183158"/>
                </a:solidFill>
                <a:latin typeface="Arial" panose="020B0604020202020204" pitchFamily="34" charset="0"/>
                <a:ea typeface="Open Sans"/>
                <a:cs typeface="Arial" panose="020B0604020202020204" pitchFamily="34" charset="0"/>
                <a:sym typeface="Open Sans"/>
              </a:rPr>
              <a:t>ut</a:t>
            </a:r>
            <a:r>
              <a:rPr lang="en-US" sz="1200" u="none" strike="noStrike" cap="none" dirty="0">
                <a:solidFill>
                  <a:srgbClr val="183158"/>
                </a:solidFill>
                <a:latin typeface="Arial" panose="020B0604020202020204" pitchFamily="34" charset="0"/>
                <a:ea typeface="Open Sans"/>
                <a:cs typeface="Arial" panose="020B0604020202020204" pitchFamily="34" charset="0"/>
                <a:sym typeface="Open Sans"/>
              </a:rPr>
              <a:t> </a:t>
            </a:r>
            <a:r>
              <a:rPr lang="en-US" sz="1200" u="none" strike="noStrike" cap="none" dirty="0" err="1">
                <a:solidFill>
                  <a:srgbClr val="183158"/>
                </a:solidFill>
                <a:latin typeface="Arial" panose="020B0604020202020204" pitchFamily="34" charset="0"/>
                <a:ea typeface="Open Sans"/>
                <a:cs typeface="Arial" panose="020B0604020202020204" pitchFamily="34" charset="0"/>
                <a:sym typeface="Open Sans"/>
              </a:rPr>
              <a:t>aliquip</a:t>
            </a:r>
            <a:r>
              <a:rPr lang="en-US" sz="1200" u="none" strike="noStrike" cap="none" dirty="0">
                <a:solidFill>
                  <a:srgbClr val="183158"/>
                </a:solidFill>
                <a:latin typeface="Arial" panose="020B0604020202020204" pitchFamily="34" charset="0"/>
                <a:ea typeface="Open Sans"/>
                <a:cs typeface="Arial" panose="020B0604020202020204" pitchFamily="34" charset="0"/>
                <a:sym typeface="Open Sans"/>
              </a:rPr>
              <a:t> ex </a:t>
            </a:r>
            <a:r>
              <a:rPr lang="en-US" sz="1200" u="none" strike="noStrike" cap="none" dirty="0" err="1">
                <a:solidFill>
                  <a:srgbClr val="183158"/>
                </a:solidFill>
                <a:latin typeface="Arial" panose="020B0604020202020204" pitchFamily="34" charset="0"/>
                <a:ea typeface="Open Sans"/>
                <a:cs typeface="Arial" panose="020B0604020202020204" pitchFamily="34" charset="0"/>
                <a:sym typeface="Open Sans"/>
              </a:rPr>
              <a:t>ea</a:t>
            </a:r>
            <a:r>
              <a:rPr lang="en-US" sz="1200" u="none" strike="noStrike" cap="none" dirty="0">
                <a:solidFill>
                  <a:srgbClr val="183158"/>
                </a:solidFill>
                <a:latin typeface="Arial" panose="020B0604020202020204" pitchFamily="34" charset="0"/>
                <a:ea typeface="Open Sans"/>
                <a:cs typeface="Arial" panose="020B0604020202020204" pitchFamily="34" charset="0"/>
                <a:sym typeface="Open Sans"/>
              </a:rPr>
              <a:t> </a:t>
            </a:r>
            <a:r>
              <a:rPr lang="en-US" sz="1200" u="none" strike="noStrike" cap="none" dirty="0" err="1">
                <a:solidFill>
                  <a:srgbClr val="183158"/>
                </a:solidFill>
                <a:latin typeface="Arial" panose="020B0604020202020204" pitchFamily="34" charset="0"/>
                <a:ea typeface="Open Sans"/>
                <a:cs typeface="Arial" panose="020B0604020202020204" pitchFamily="34" charset="0"/>
                <a:sym typeface="Open Sans"/>
              </a:rPr>
              <a:t>commodo</a:t>
            </a:r>
            <a:r>
              <a:rPr lang="en-US" sz="1200" u="none" strike="noStrike" cap="none" dirty="0">
                <a:solidFill>
                  <a:srgbClr val="183158"/>
                </a:solidFill>
                <a:latin typeface="Arial" panose="020B0604020202020204" pitchFamily="34" charset="0"/>
                <a:ea typeface="Open Sans"/>
                <a:cs typeface="Arial" panose="020B0604020202020204" pitchFamily="34" charset="0"/>
                <a:sym typeface="Open Sans"/>
              </a:rPr>
              <a:t> </a:t>
            </a:r>
            <a:r>
              <a:rPr lang="en-US" sz="1200" u="none" strike="noStrike" cap="none" dirty="0" err="1">
                <a:solidFill>
                  <a:srgbClr val="183158"/>
                </a:solidFill>
                <a:latin typeface="Arial" panose="020B0604020202020204" pitchFamily="34" charset="0"/>
                <a:ea typeface="Open Sans"/>
                <a:cs typeface="Arial" panose="020B0604020202020204" pitchFamily="34" charset="0"/>
                <a:sym typeface="Open Sans"/>
              </a:rPr>
              <a:t>consequat</a:t>
            </a:r>
            <a:endParaRPr lang="en-US" sz="1200" u="none" strike="noStrike" cap="none" dirty="0">
              <a:solidFill>
                <a:srgbClr val="183158"/>
              </a:solidFill>
              <a:latin typeface="Arial" panose="020B0604020202020204" pitchFamily="34" charset="0"/>
              <a:ea typeface="Open Sans"/>
              <a:cs typeface="Arial" panose="020B0604020202020204" pitchFamily="34" charset="0"/>
              <a:sym typeface="Open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6"/>
          <p:cNvSpPr txBox="1"/>
          <p:nvPr/>
        </p:nvSpPr>
        <p:spPr>
          <a:xfrm>
            <a:off x="5183747" y="3429000"/>
            <a:ext cx="2481352" cy="253646"/>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889FC7"/>
              </a:buClr>
              <a:buSzPts val="1600"/>
              <a:buFont typeface="Roboto Mono"/>
              <a:buNone/>
            </a:pPr>
            <a:r>
              <a:rPr lang="en-US" sz="1600" b="1" u="none" strike="noStrike" cap="none" dirty="0">
                <a:solidFill>
                  <a:srgbClr val="183158"/>
                </a:solidFill>
                <a:latin typeface="Courier New" panose="02070309020205020404" pitchFamily="49" charset="0"/>
                <a:ea typeface="Roboto Mono"/>
                <a:cs typeface="Courier New" panose="02070309020205020404" pitchFamily="49" charset="0"/>
                <a:sym typeface="Roboto Mono"/>
              </a:rPr>
              <a:t>SUBHEAD HERE</a:t>
            </a:r>
            <a:endParaRPr sz="1600" b="1" u="none" strike="noStrike" cap="none" dirty="0">
              <a:solidFill>
                <a:srgbClr val="183158"/>
              </a:solidFill>
              <a:latin typeface="Courier New" panose="02070309020205020404" pitchFamily="49" charset="0"/>
              <a:ea typeface="Roboto Mono"/>
              <a:cs typeface="Courier New" panose="02070309020205020404" pitchFamily="49" charset="0"/>
              <a:sym typeface="Roboto Mono"/>
            </a:endParaRPr>
          </a:p>
        </p:txBody>
      </p:sp>
      <p:sp>
        <p:nvSpPr>
          <p:cNvPr id="104" name="Google Shape;104;p6"/>
          <p:cNvSpPr txBox="1"/>
          <p:nvPr/>
        </p:nvSpPr>
        <p:spPr>
          <a:xfrm>
            <a:off x="5140026" y="3765658"/>
            <a:ext cx="5050145" cy="213880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6234B"/>
              </a:buClr>
              <a:buSzPts val="8800"/>
              <a:buFont typeface="Oswald"/>
              <a:buNone/>
            </a:pPr>
            <a:r>
              <a:rPr lang="en-US" sz="6600" b="1" u="none" strike="noStrike" cap="none" dirty="0">
                <a:solidFill>
                  <a:srgbClr val="06234B"/>
                </a:solidFill>
                <a:latin typeface="Arial Black" panose="020B0604020202020204" pitchFamily="34" charset="0"/>
                <a:ea typeface="Oswald"/>
                <a:cs typeface="Arial Black" panose="020B0604020202020204" pitchFamily="34" charset="0"/>
                <a:sym typeface="Oswald"/>
              </a:rPr>
              <a:t>SECTION DIVIDER</a:t>
            </a:r>
            <a:endParaRPr sz="6600" b="1" u="none" strike="noStrike" cap="none" dirty="0">
              <a:solidFill>
                <a:srgbClr val="06234B"/>
              </a:solidFill>
              <a:latin typeface="Arial Black" panose="020B0604020202020204" pitchFamily="34" charset="0"/>
              <a:ea typeface="Oswald"/>
              <a:cs typeface="Arial Black" panose="020B0604020202020204" pitchFamily="34" charset="0"/>
              <a:sym typeface="Oswald"/>
            </a:endParaRPr>
          </a:p>
        </p:txBody>
      </p:sp>
      <p:pic>
        <p:nvPicPr>
          <p:cNvPr id="105" name="Google Shape;105;p6" descr="A group of people in a gym&#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 y="0"/>
            <a:ext cx="4926168" cy="6858000"/>
          </a:xfrm>
          <a:prstGeom prst="rect">
            <a:avLst/>
          </a:prstGeom>
          <a:noFill/>
          <a:ln>
            <a:noFill/>
          </a:ln>
        </p:spPr>
      </p:pic>
      <p:pic>
        <p:nvPicPr>
          <p:cNvPr id="106" name="Google Shape;106;p6"/>
          <p:cNvPicPr preferRelativeResize="0"/>
          <p:nvPr/>
        </p:nvPicPr>
        <p:blipFill>
          <a:blip r:embed="rId4" cstate="screen">
            <a:extLst>
              <a:ext uri="{28A0092B-C50C-407E-A947-70E740481C1C}">
                <a14:useLocalDpi xmlns:a14="http://schemas.microsoft.com/office/drawing/2010/main"/>
              </a:ext>
            </a:extLst>
          </a:blip>
          <a:srcRect/>
          <a:stretch/>
        </p:blipFill>
        <p:spPr>
          <a:xfrm rot="20286244">
            <a:off x="2987698" y="1255687"/>
            <a:ext cx="2701950" cy="27019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34C046A-0534-9015-19CC-FB84A376A168}"/>
              </a:ext>
            </a:extLst>
          </p:cNvPr>
          <p:cNvSpPr>
            <a:spLocks noGrp="1"/>
          </p:cNvSpPr>
          <p:nvPr>
            <p:ph type="body" sz="quarter" idx="10"/>
          </p:nvPr>
        </p:nvSpPr>
        <p:spPr/>
        <p:txBody>
          <a:bodyPr/>
          <a:lstStyle/>
          <a:p>
            <a:endParaRPr lang="en-US" dirty="0"/>
          </a:p>
        </p:txBody>
      </p:sp>
      <p:sp>
        <p:nvSpPr>
          <p:cNvPr id="3" name="Text Placeholder 2">
            <a:extLst>
              <a:ext uri="{FF2B5EF4-FFF2-40B4-BE49-F238E27FC236}">
                <a16:creationId xmlns:a16="http://schemas.microsoft.com/office/drawing/2014/main" id="{C9E706AE-0B62-F450-5D3E-8F5DE97BD9B5}"/>
              </a:ext>
            </a:extLst>
          </p:cNvPr>
          <p:cNvSpPr>
            <a:spLocks noGrp="1"/>
          </p:cNvSpPr>
          <p:nvPr>
            <p:ph type="body" sz="quarter" idx="11"/>
          </p:nvPr>
        </p:nvSpPr>
        <p:spPr/>
        <p:txBody>
          <a:bodyPr/>
          <a:lstStyle/>
          <a:p>
            <a:endParaRPr lang="en-US"/>
          </a:p>
        </p:txBody>
      </p:sp>
      <p:sp>
        <p:nvSpPr>
          <p:cNvPr id="4" name="Text Placeholder 3">
            <a:extLst>
              <a:ext uri="{FF2B5EF4-FFF2-40B4-BE49-F238E27FC236}">
                <a16:creationId xmlns:a16="http://schemas.microsoft.com/office/drawing/2014/main" id="{85A38E01-4F2C-4974-081C-21DFF83D8588}"/>
              </a:ext>
            </a:extLst>
          </p:cNvPr>
          <p:cNvSpPr>
            <a:spLocks noGrp="1"/>
          </p:cNvSpPr>
          <p:nvPr>
            <p:ph type="body" sz="quarter" idx="17"/>
          </p:nvPr>
        </p:nvSpPr>
        <p:spPr/>
        <p:txBody>
          <a:bodyPr/>
          <a:lstStyle/>
          <a:p>
            <a:endParaRPr lang="en-US"/>
          </a:p>
        </p:txBody>
      </p:sp>
      <p:sp>
        <p:nvSpPr>
          <p:cNvPr id="5" name="Text Placeholder 4">
            <a:extLst>
              <a:ext uri="{FF2B5EF4-FFF2-40B4-BE49-F238E27FC236}">
                <a16:creationId xmlns:a16="http://schemas.microsoft.com/office/drawing/2014/main" id="{B1F4D684-C019-06F7-2268-71BF9FE05ED3}"/>
              </a:ext>
            </a:extLst>
          </p:cNvPr>
          <p:cNvSpPr>
            <a:spLocks noGrp="1"/>
          </p:cNvSpPr>
          <p:nvPr>
            <p:ph type="body" sz="quarter" idx="18"/>
          </p:nvPr>
        </p:nvSpPr>
        <p:spPr/>
        <p:txBody>
          <a:bodyPr/>
          <a:lstStyle/>
          <a:p>
            <a:pPr lvl="8"/>
            <a:endParaRPr lang="en-US" dirty="0"/>
          </a:p>
        </p:txBody>
      </p:sp>
    </p:spTree>
    <p:extLst>
      <p:ext uri="{BB962C8B-B14F-4D97-AF65-F5344CB8AC3E}">
        <p14:creationId xmlns:p14="http://schemas.microsoft.com/office/powerpoint/2010/main" val="1667556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0"/>
        <p:cNvGrpSpPr/>
        <p:nvPr/>
      </p:nvGrpSpPr>
      <p:grpSpPr>
        <a:xfrm>
          <a:off x="0" y="0"/>
          <a:ext cx="0" cy="0"/>
          <a:chOff x="0" y="0"/>
          <a:chExt cx="0" cy="0"/>
        </a:xfrm>
      </p:grpSpPr>
      <p:sp>
        <p:nvSpPr>
          <p:cNvPr id="111" name="Google Shape;111;p7"/>
          <p:cNvSpPr txBox="1"/>
          <p:nvPr/>
        </p:nvSpPr>
        <p:spPr>
          <a:xfrm>
            <a:off x="384511" y="214411"/>
            <a:ext cx="493776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dirty="0">
                <a:solidFill>
                  <a:srgbClr val="06234B"/>
                </a:solidFill>
                <a:latin typeface="Courier New" panose="02070309020205020404" pitchFamily="49" charset="0"/>
                <a:ea typeface="Open Sans"/>
                <a:cs typeface="Courier New" panose="02070309020205020404" pitchFamily="49" charset="0"/>
                <a:sym typeface="Open Sans"/>
              </a:rPr>
              <a:t>SLIDE HEADER HERE  </a:t>
            </a:r>
            <a:r>
              <a:rPr lang="en-US" sz="1400" b="1" dirty="0">
                <a:solidFill>
                  <a:srgbClr val="06234B"/>
                </a:solidFill>
                <a:latin typeface="Arial Black" panose="020B0604020202020204" pitchFamily="34" charset="0"/>
                <a:ea typeface="Open Sans Light"/>
                <a:cs typeface="Arial Black" panose="020B0604020202020204" pitchFamily="34" charset="0"/>
                <a:sym typeface="Open Sans Light"/>
              </a:rPr>
              <a:t>|</a:t>
            </a:r>
            <a:r>
              <a:rPr lang="en-US" sz="1400" b="1" dirty="0">
                <a:solidFill>
                  <a:srgbClr val="06234B"/>
                </a:solidFill>
                <a:latin typeface="Arial Black" panose="020B0604020202020204" pitchFamily="34" charset="0"/>
                <a:ea typeface="Open Sans"/>
                <a:cs typeface="Arial Black" panose="020B0604020202020204" pitchFamily="34" charset="0"/>
                <a:sym typeface="Open Sans"/>
              </a:rPr>
              <a:t>  LOREM IPSUM</a:t>
            </a:r>
            <a:endParaRPr b="1" dirty="0">
              <a:latin typeface="Arial Black" panose="020B0604020202020204" pitchFamily="34" charset="0"/>
              <a:cs typeface="Arial Black" panose="020B0604020202020204" pitchFamily="34" charset="0"/>
            </a:endParaRPr>
          </a:p>
        </p:txBody>
      </p:sp>
      <p:sp>
        <p:nvSpPr>
          <p:cNvPr id="112" name="Google Shape;112;p7"/>
          <p:cNvSpPr txBox="1"/>
          <p:nvPr/>
        </p:nvSpPr>
        <p:spPr>
          <a:xfrm>
            <a:off x="302531" y="2161522"/>
            <a:ext cx="9711724" cy="118707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6234B"/>
              </a:buClr>
              <a:buSzPts val="4400"/>
              <a:buFont typeface="Oswald"/>
              <a:buNone/>
            </a:pPr>
            <a:r>
              <a:rPr lang="en-US" sz="4400" b="1" dirty="0">
                <a:solidFill>
                  <a:srgbClr val="06234B"/>
                </a:solidFill>
                <a:latin typeface="Arial Black" panose="020B0604020202020204" pitchFamily="34" charset="0"/>
                <a:ea typeface="Oswald"/>
                <a:cs typeface="Arial Black" panose="020B0604020202020204" pitchFamily="34" charset="0"/>
                <a:sym typeface="Oswald"/>
              </a:rPr>
              <a:t>SLIDE </a:t>
            </a:r>
            <a:br>
              <a:rPr lang="en-US" sz="4400" b="1" dirty="0">
                <a:solidFill>
                  <a:srgbClr val="06234B"/>
                </a:solidFill>
                <a:latin typeface="Arial Black" panose="020B0604020202020204" pitchFamily="34" charset="0"/>
                <a:ea typeface="Oswald"/>
                <a:cs typeface="Arial Black" panose="020B0604020202020204" pitchFamily="34" charset="0"/>
                <a:sym typeface="Oswald"/>
              </a:rPr>
            </a:br>
            <a:r>
              <a:rPr lang="en-US" sz="4400" b="1" dirty="0">
                <a:solidFill>
                  <a:srgbClr val="06234B"/>
                </a:solidFill>
                <a:latin typeface="Arial Black" panose="020B0604020202020204" pitchFamily="34" charset="0"/>
                <a:ea typeface="Oswald"/>
                <a:cs typeface="Arial Black" panose="020B0604020202020204" pitchFamily="34" charset="0"/>
                <a:sym typeface="Oswald"/>
              </a:rPr>
              <a:t>TITLE HERE</a:t>
            </a:r>
            <a:endParaRPr sz="4400" b="1" dirty="0">
              <a:solidFill>
                <a:srgbClr val="06234B"/>
              </a:solidFill>
              <a:latin typeface="Arial Black" panose="020B0604020202020204" pitchFamily="34" charset="0"/>
              <a:ea typeface="Oswald"/>
              <a:cs typeface="Arial Black" panose="020B0604020202020204" pitchFamily="34" charset="0"/>
              <a:sym typeface="Oswald"/>
            </a:endParaRPr>
          </a:p>
        </p:txBody>
      </p:sp>
      <p:sp>
        <p:nvSpPr>
          <p:cNvPr id="113" name="Google Shape;113;p7"/>
          <p:cNvSpPr txBox="1"/>
          <p:nvPr/>
        </p:nvSpPr>
        <p:spPr>
          <a:xfrm>
            <a:off x="384511" y="3596587"/>
            <a:ext cx="9711725" cy="1782607"/>
          </a:xfrm>
          <a:prstGeom prst="rect">
            <a:avLst/>
          </a:prstGeom>
          <a:noFill/>
          <a:ln>
            <a:noFill/>
          </a:ln>
        </p:spPr>
        <p:txBody>
          <a:bodyPr spcFirstLastPara="1" wrap="square" lIns="91425" tIns="45700" rIns="91425" bIns="45700" anchor="t" anchorCtr="0">
            <a:noAutofit/>
          </a:bodyPr>
          <a:lstStyle/>
          <a:p>
            <a:pPr marL="0" marR="0" lvl="0" indent="0" algn="l" rtl="0">
              <a:lnSpc>
                <a:spcPct val="140000"/>
              </a:lnSpc>
              <a:spcBef>
                <a:spcPts val="0"/>
              </a:spcBef>
              <a:spcAft>
                <a:spcPts val="0"/>
              </a:spcAft>
              <a:buClr>
                <a:schemeClr val="dk1"/>
              </a:buClr>
              <a:buSzPts val="1200"/>
              <a:buFont typeface="Open Sans"/>
              <a:buNone/>
            </a:pPr>
            <a:r>
              <a:rPr lang="en-US" sz="1200" dirty="0">
                <a:solidFill>
                  <a:srgbClr val="183158"/>
                </a:solidFill>
                <a:latin typeface="Arial" panose="020B0604020202020204" pitchFamily="34" charset="0"/>
                <a:ea typeface="Open Sans"/>
                <a:cs typeface="Arial" panose="020B0604020202020204" pitchFamily="34" charset="0"/>
                <a:sym typeface="Open Sans"/>
              </a:rPr>
              <a:t>Lorem ipsum dolor sit </a:t>
            </a:r>
            <a:r>
              <a:rPr lang="en-US" sz="1200" dirty="0" err="1">
                <a:solidFill>
                  <a:srgbClr val="183158"/>
                </a:solidFill>
                <a:latin typeface="Arial" panose="020B0604020202020204" pitchFamily="34" charset="0"/>
                <a:ea typeface="Open Sans"/>
                <a:cs typeface="Arial" panose="020B0604020202020204" pitchFamily="34" charset="0"/>
                <a:sym typeface="Open Sans"/>
              </a:rPr>
              <a:t>amet</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consectetur</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adipiscing</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elit</a:t>
            </a:r>
            <a:r>
              <a:rPr lang="en-US" sz="1200" dirty="0">
                <a:solidFill>
                  <a:srgbClr val="183158"/>
                </a:solidFill>
                <a:latin typeface="Arial" panose="020B0604020202020204" pitchFamily="34" charset="0"/>
                <a:ea typeface="Open Sans"/>
                <a:cs typeface="Arial" panose="020B0604020202020204" pitchFamily="34" charset="0"/>
                <a:sym typeface="Open Sans"/>
              </a:rPr>
              <a:t>, sed do </a:t>
            </a:r>
            <a:r>
              <a:rPr lang="en-US" sz="1200" dirty="0" err="1">
                <a:solidFill>
                  <a:srgbClr val="183158"/>
                </a:solidFill>
                <a:latin typeface="Arial" panose="020B0604020202020204" pitchFamily="34" charset="0"/>
                <a:ea typeface="Open Sans"/>
                <a:cs typeface="Arial" panose="020B0604020202020204" pitchFamily="34" charset="0"/>
                <a:sym typeface="Open Sans"/>
              </a:rPr>
              <a:t>eiusmod</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tempor</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incididunt</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ut</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labore</a:t>
            </a:r>
            <a:r>
              <a:rPr lang="en-US" sz="1200" dirty="0">
                <a:solidFill>
                  <a:srgbClr val="183158"/>
                </a:solidFill>
                <a:latin typeface="Arial" panose="020B0604020202020204" pitchFamily="34" charset="0"/>
                <a:ea typeface="Open Sans"/>
                <a:cs typeface="Arial" panose="020B0604020202020204" pitchFamily="34" charset="0"/>
                <a:sym typeface="Open Sans"/>
              </a:rPr>
              <a:t> et dolore magna </a:t>
            </a:r>
            <a:r>
              <a:rPr lang="en-US" sz="1200" dirty="0" err="1">
                <a:solidFill>
                  <a:srgbClr val="183158"/>
                </a:solidFill>
                <a:latin typeface="Arial" panose="020B0604020202020204" pitchFamily="34" charset="0"/>
                <a:ea typeface="Open Sans"/>
                <a:cs typeface="Arial" panose="020B0604020202020204" pitchFamily="34" charset="0"/>
                <a:sym typeface="Open Sans"/>
              </a:rPr>
              <a:t>aliqua</a:t>
            </a:r>
            <a:r>
              <a:rPr lang="en-US" sz="1200" dirty="0">
                <a:solidFill>
                  <a:srgbClr val="183158"/>
                </a:solidFill>
                <a:latin typeface="Arial" panose="020B0604020202020204" pitchFamily="34" charset="0"/>
                <a:ea typeface="Open Sans"/>
                <a:cs typeface="Arial" panose="020B0604020202020204" pitchFamily="34" charset="0"/>
                <a:sym typeface="Open Sans"/>
              </a:rPr>
              <a:t>. Ut </a:t>
            </a:r>
            <a:r>
              <a:rPr lang="en-US" sz="1200" dirty="0" err="1">
                <a:solidFill>
                  <a:srgbClr val="183158"/>
                </a:solidFill>
                <a:latin typeface="Arial" panose="020B0604020202020204" pitchFamily="34" charset="0"/>
                <a:ea typeface="Open Sans"/>
                <a:cs typeface="Arial" panose="020B0604020202020204" pitchFamily="34" charset="0"/>
                <a:sym typeface="Open Sans"/>
              </a:rPr>
              <a:t>enim</a:t>
            </a:r>
            <a:r>
              <a:rPr lang="en-US" sz="1200" dirty="0">
                <a:solidFill>
                  <a:srgbClr val="183158"/>
                </a:solidFill>
                <a:latin typeface="Arial" panose="020B0604020202020204" pitchFamily="34" charset="0"/>
                <a:ea typeface="Open Sans"/>
                <a:cs typeface="Arial" panose="020B0604020202020204" pitchFamily="34" charset="0"/>
                <a:sym typeface="Open Sans"/>
              </a:rPr>
              <a:t> ad minim </a:t>
            </a:r>
            <a:r>
              <a:rPr lang="en-US" sz="1200" dirty="0" err="1">
                <a:solidFill>
                  <a:srgbClr val="183158"/>
                </a:solidFill>
                <a:latin typeface="Arial" panose="020B0604020202020204" pitchFamily="34" charset="0"/>
                <a:ea typeface="Open Sans"/>
                <a:cs typeface="Arial" panose="020B0604020202020204" pitchFamily="34" charset="0"/>
                <a:sym typeface="Open Sans"/>
              </a:rPr>
              <a:t>veniam</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quis</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nostrud</a:t>
            </a:r>
            <a:r>
              <a:rPr lang="en-US" sz="1200" dirty="0">
                <a:solidFill>
                  <a:srgbClr val="183158"/>
                </a:solidFill>
                <a:latin typeface="Arial" panose="020B0604020202020204" pitchFamily="34" charset="0"/>
                <a:ea typeface="Open Sans"/>
                <a:cs typeface="Arial" panose="020B0604020202020204" pitchFamily="34" charset="0"/>
                <a:sym typeface="Open Sans"/>
              </a:rPr>
              <a:t> exercitation </a:t>
            </a:r>
            <a:r>
              <a:rPr lang="en-US" sz="1200" dirty="0" err="1">
                <a:solidFill>
                  <a:srgbClr val="183158"/>
                </a:solidFill>
                <a:latin typeface="Arial" panose="020B0604020202020204" pitchFamily="34" charset="0"/>
                <a:ea typeface="Open Sans"/>
                <a:cs typeface="Arial" panose="020B0604020202020204" pitchFamily="34" charset="0"/>
                <a:sym typeface="Open Sans"/>
              </a:rPr>
              <a:t>ullamco</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laboris</a:t>
            </a:r>
            <a:r>
              <a:rPr lang="en-US" sz="1200" dirty="0">
                <a:solidFill>
                  <a:srgbClr val="183158"/>
                </a:solidFill>
                <a:latin typeface="Arial" panose="020B0604020202020204" pitchFamily="34" charset="0"/>
                <a:ea typeface="Open Sans"/>
                <a:cs typeface="Arial" panose="020B0604020202020204" pitchFamily="34" charset="0"/>
                <a:sym typeface="Open Sans"/>
              </a:rPr>
              <a:t> nisi </a:t>
            </a:r>
            <a:r>
              <a:rPr lang="en-US" sz="1200" dirty="0" err="1">
                <a:solidFill>
                  <a:srgbClr val="183158"/>
                </a:solidFill>
                <a:latin typeface="Arial" panose="020B0604020202020204" pitchFamily="34" charset="0"/>
                <a:ea typeface="Open Sans"/>
                <a:cs typeface="Arial" panose="020B0604020202020204" pitchFamily="34" charset="0"/>
                <a:sym typeface="Open Sans"/>
              </a:rPr>
              <a:t>ut</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aliquip</a:t>
            </a:r>
            <a:r>
              <a:rPr lang="en-US" sz="1200" dirty="0">
                <a:solidFill>
                  <a:srgbClr val="183158"/>
                </a:solidFill>
                <a:latin typeface="Arial" panose="020B0604020202020204" pitchFamily="34" charset="0"/>
                <a:ea typeface="Open Sans"/>
                <a:cs typeface="Arial" panose="020B0604020202020204" pitchFamily="34" charset="0"/>
                <a:sym typeface="Open Sans"/>
              </a:rPr>
              <a:t> ex </a:t>
            </a:r>
            <a:r>
              <a:rPr lang="en-US" sz="1200" dirty="0" err="1">
                <a:solidFill>
                  <a:srgbClr val="183158"/>
                </a:solidFill>
                <a:latin typeface="Arial" panose="020B0604020202020204" pitchFamily="34" charset="0"/>
                <a:ea typeface="Open Sans"/>
                <a:cs typeface="Arial" panose="020B0604020202020204" pitchFamily="34" charset="0"/>
                <a:sym typeface="Open Sans"/>
              </a:rPr>
              <a:t>ea</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commodo</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consequat</a:t>
            </a:r>
            <a:r>
              <a:rPr lang="en-US" sz="1200" dirty="0">
                <a:solidFill>
                  <a:srgbClr val="183158"/>
                </a:solidFill>
                <a:latin typeface="Arial" panose="020B0604020202020204" pitchFamily="34" charset="0"/>
                <a:ea typeface="Open Sans"/>
                <a:cs typeface="Arial" panose="020B0604020202020204" pitchFamily="34" charset="0"/>
                <a:sym typeface="Open Sans"/>
              </a:rPr>
              <a:t>. Duis </a:t>
            </a:r>
            <a:r>
              <a:rPr lang="en-US" sz="1200" dirty="0" err="1">
                <a:solidFill>
                  <a:srgbClr val="183158"/>
                </a:solidFill>
                <a:latin typeface="Arial" panose="020B0604020202020204" pitchFamily="34" charset="0"/>
                <a:ea typeface="Open Sans"/>
                <a:cs typeface="Arial" panose="020B0604020202020204" pitchFamily="34" charset="0"/>
                <a:sym typeface="Open Sans"/>
              </a:rPr>
              <a:t>aute</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irure</a:t>
            </a:r>
            <a:r>
              <a:rPr lang="en-US" sz="1200" dirty="0">
                <a:solidFill>
                  <a:srgbClr val="183158"/>
                </a:solidFill>
                <a:latin typeface="Arial" panose="020B0604020202020204" pitchFamily="34" charset="0"/>
                <a:ea typeface="Open Sans"/>
                <a:cs typeface="Arial" panose="020B0604020202020204" pitchFamily="34" charset="0"/>
                <a:sym typeface="Open Sans"/>
              </a:rPr>
              <a:t> dolor in </a:t>
            </a:r>
            <a:r>
              <a:rPr lang="en-US" sz="1200" dirty="0" err="1">
                <a:solidFill>
                  <a:srgbClr val="183158"/>
                </a:solidFill>
                <a:latin typeface="Arial" panose="020B0604020202020204" pitchFamily="34" charset="0"/>
                <a:ea typeface="Open Sans"/>
                <a:cs typeface="Arial" panose="020B0604020202020204" pitchFamily="34" charset="0"/>
                <a:sym typeface="Open Sans"/>
              </a:rPr>
              <a:t>reprehenderit</a:t>
            </a:r>
            <a:r>
              <a:rPr lang="en-US" sz="1200" dirty="0">
                <a:solidFill>
                  <a:srgbClr val="183158"/>
                </a:solidFill>
                <a:latin typeface="Arial" panose="020B0604020202020204" pitchFamily="34" charset="0"/>
                <a:ea typeface="Open Sans"/>
                <a:cs typeface="Arial" panose="020B0604020202020204" pitchFamily="34" charset="0"/>
                <a:sym typeface="Open Sans"/>
              </a:rPr>
              <a:t> in </a:t>
            </a:r>
            <a:r>
              <a:rPr lang="en-US" sz="1200" dirty="0" err="1">
                <a:solidFill>
                  <a:srgbClr val="183158"/>
                </a:solidFill>
                <a:latin typeface="Arial" panose="020B0604020202020204" pitchFamily="34" charset="0"/>
                <a:ea typeface="Open Sans"/>
                <a:cs typeface="Arial" panose="020B0604020202020204" pitchFamily="34" charset="0"/>
                <a:sym typeface="Open Sans"/>
              </a:rPr>
              <a:t>voluptate</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velit</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esse</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cillum</a:t>
            </a:r>
            <a:r>
              <a:rPr lang="en-US" sz="1200" dirty="0">
                <a:solidFill>
                  <a:srgbClr val="183158"/>
                </a:solidFill>
                <a:latin typeface="Arial" panose="020B0604020202020204" pitchFamily="34" charset="0"/>
                <a:ea typeface="Open Sans"/>
                <a:cs typeface="Arial" panose="020B0604020202020204" pitchFamily="34" charset="0"/>
                <a:sym typeface="Open Sans"/>
              </a:rPr>
              <a:t> dolore </a:t>
            </a:r>
            <a:r>
              <a:rPr lang="en-US" sz="1200" dirty="0" err="1">
                <a:solidFill>
                  <a:srgbClr val="183158"/>
                </a:solidFill>
                <a:latin typeface="Arial" panose="020B0604020202020204" pitchFamily="34" charset="0"/>
                <a:ea typeface="Open Sans"/>
                <a:cs typeface="Arial" panose="020B0604020202020204" pitchFamily="34" charset="0"/>
                <a:sym typeface="Open Sans"/>
              </a:rPr>
              <a:t>eu</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fugiat</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nulla</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pariatur</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Excepteur</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sint</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occaecat</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cupidatat</a:t>
            </a:r>
            <a:r>
              <a:rPr lang="en-US" sz="1200" dirty="0">
                <a:solidFill>
                  <a:srgbClr val="183158"/>
                </a:solidFill>
                <a:latin typeface="Arial" panose="020B0604020202020204" pitchFamily="34" charset="0"/>
                <a:ea typeface="Open Sans"/>
                <a:cs typeface="Arial" panose="020B0604020202020204" pitchFamily="34" charset="0"/>
                <a:sym typeface="Open Sans"/>
              </a:rPr>
              <a:t> non </a:t>
            </a:r>
            <a:r>
              <a:rPr lang="en-US" sz="1200" dirty="0" err="1">
                <a:solidFill>
                  <a:srgbClr val="183158"/>
                </a:solidFill>
                <a:latin typeface="Arial" panose="020B0604020202020204" pitchFamily="34" charset="0"/>
                <a:ea typeface="Open Sans"/>
                <a:cs typeface="Arial" panose="020B0604020202020204" pitchFamily="34" charset="0"/>
                <a:sym typeface="Open Sans"/>
              </a:rPr>
              <a:t>proident</a:t>
            </a:r>
            <a:r>
              <a:rPr lang="en-US" sz="1200" dirty="0">
                <a:solidFill>
                  <a:srgbClr val="183158"/>
                </a:solidFill>
                <a:latin typeface="Arial" panose="020B0604020202020204" pitchFamily="34" charset="0"/>
                <a:ea typeface="Open Sans"/>
                <a:cs typeface="Arial" panose="020B0604020202020204" pitchFamily="34" charset="0"/>
                <a:sym typeface="Open Sans"/>
              </a:rPr>
              <a:t>, sunt in culpa qui </a:t>
            </a:r>
            <a:r>
              <a:rPr lang="en-US" sz="1200" dirty="0" err="1">
                <a:solidFill>
                  <a:srgbClr val="183158"/>
                </a:solidFill>
                <a:latin typeface="Arial" panose="020B0604020202020204" pitchFamily="34" charset="0"/>
                <a:ea typeface="Open Sans"/>
                <a:cs typeface="Arial" panose="020B0604020202020204" pitchFamily="34" charset="0"/>
                <a:sym typeface="Open Sans"/>
              </a:rPr>
              <a:t>officia</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deserunt</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mollit</a:t>
            </a:r>
            <a:r>
              <a:rPr lang="en-US" sz="1200" dirty="0">
                <a:solidFill>
                  <a:srgbClr val="183158"/>
                </a:solidFill>
                <a:latin typeface="Arial" panose="020B0604020202020204" pitchFamily="34" charset="0"/>
                <a:ea typeface="Open Sans"/>
                <a:cs typeface="Arial" panose="020B0604020202020204" pitchFamily="34" charset="0"/>
                <a:sym typeface="Open Sans"/>
              </a:rPr>
              <a:t> an Sed </a:t>
            </a:r>
            <a:r>
              <a:rPr lang="en-US" sz="1200" dirty="0" err="1">
                <a:solidFill>
                  <a:srgbClr val="183158"/>
                </a:solidFill>
                <a:latin typeface="Arial" panose="020B0604020202020204" pitchFamily="34" charset="0"/>
                <a:ea typeface="Open Sans"/>
                <a:cs typeface="Arial" panose="020B0604020202020204" pitchFamily="34" charset="0"/>
                <a:sym typeface="Open Sans"/>
              </a:rPr>
              <a:t>ut</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perspiciatis</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unde</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omnis</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iste</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natus</a:t>
            </a:r>
            <a:r>
              <a:rPr lang="en-US" sz="1200" dirty="0">
                <a:solidFill>
                  <a:srgbClr val="183158"/>
                </a:solidFill>
                <a:latin typeface="Arial" panose="020B0604020202020204" pitchFamily="34" charset="0"/>
                <a:ea typeface="Open Sans"/>
                <a:cs typeface="Arial" panose="020B0604020202020204" pitchFamily="34" charset="0"/>
                <a:sym typeface="Open Sans"/>
              </a:rPr>
              <a:t> error sit </a:t>
            </a:r>
            <a:r>
              <a:rPr lang="en-US" sz="1200" dirty="0" err="1">
                <a:solidFill>
                  <a:srgbClr val="183158"/>
                </a:solidFill>
                <a:latin typeface="Arial" panose="020B0604020202020204" pitchFamily="34" charset="0"/>
                <a:ea typeface="Open Sans"/>
                <a:cs typeface="Arial" panose="020B0604020202020204" pitchFamily="34" charset="0"/>
                <a:sym typeface="Open Sans"/>
              </a:rPr>
              <a:t>voluptatem</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accusantium</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doloremque</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laudantium</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totam</a:t>
            </a:r>
            <a:r>
              <a:rPr lang="en-US" sz="1200" dirty="0">
                <a:solidFill>
                  <a:srgbClr val="183158"/>
                </a:solidFill>
                <a:latin typeface="Arial" panose="020B0604020202020204" pitchFamily="34" charset="0"/>
                <a:ea typeface="Open Sans"/>
                <a:cs typeface="Arial" panose="020B0604020202020204" pitchFamily="34" charset="0"/>
                <a:sym typeface="Open Sans"/>
              </a:rPr>
              <a:t> rem </a:t>
            </a:r>
            <a:r>
              <a:rPr lang="en-US" sz="1200" dirty="0" err="1">
                <a:solidFill>
                  <a:srgbClr val="183158"/>
                </a:solidFill>
                <a:latin typeface="Arial" panose="020B0604020202020204" pitchFamily="34" charset="0"/>
                <a:ea typeface="Open Sans"/>
                <a:cs typeface="Arial" panose="020B0604020202020204" pitchFamily="34" charset="0"/>
                <a:sym typeface="Open Sans"/>
              </a:rPr>
              <a:t>aperiam</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eaque</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ipsa</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quae</a:t>
            </a:r>
            <a:r>
              <a:rPr lang="en-US" sz="1200" dirty="0">
                <a:solidFill>
                  <a:srgbClr val="183158"/>
                </a:solidFill>
                <a:latin typeface="Arial" panose="020B0604020202020204" pitchFamily="34" charset="0"/>
                <a:ea typeface="Open Sans"/>
                <a:cs typeface="Arial" panose="020B0604020202020204" pitchFamily="34" charset="0"/>
                <a:sym typeface="Open Sans"/>
              </a:rPr>
              <a:t> ab </a:t>
            </a:r>
            <a:r>
              <a:rPr lang="en-US" sz="1200" dirty="0" err="1">
                <a:solidFill>
                  <a:srgbClr val="183158"/>
                </a:solidFill>
                <a:latin typeface="Arial" panose="020B0604020202020204" pitchFamily="34" charset="0"/>
                <a:ea typeface="Open Sans"/>
                <a:cs typeface="Arial" panose="020B0604020202020204" pitchFamily="34" charset="0"/>
                <a:sym typeface="Open Sans"/>
              </a:rPr>
              <a:t>illo</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inventore</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veritatis</a:t>
            </a:r>
            <a:r>
              <a:rPr lang="en-US" sz="1200" dirty="0">
                <a:solidFill>
                  <a:srgbClr val="183158"/>
                </a:solidFill>
                <a:latin typeface="Arial" panose="020B0604020202020204" pitchFamily="34" charset="0"/>
                <a:ea typeface="Open Sans"/>
                <a:cs typeface="Arial" panose="020B0604020202020204" pitchFamily="34" charset="0"/>
                <a:sym typeface="Open Sans"/>
              </a:rPr>
              <a:t> et quasi </a:t>
            </a:r>
            <a:r>
              <a:rPr lang="en-US" sz="1200" dirty="0" err="1">
                <a:solidFill>
                  <a:srgbClr val="183158"/>
                </a:solidFill>
                <a:latin typeface="Arial" panose="020B0604020202020204" pitchFamily="34" charset="0"/>
                <a:ea typeface="Open Sans"/>
                <a:cs typeface="Arial" panose="020B0604020202020204" pitchFamily="34" charset="0"/>
                <a:sym typeface="Open Sans"/>
              </a:rPr>
              <a:t>architecto</a:t>
            </a:r>
            <a:r>
              <a:rPr lang="en-US" sz="1200" dirty="0">
                <a:solidFill>
                  <a:srgbClr val="183158"/>
                </a:solidFill>
                <a:latin typeface="Arial" panose="020B0604020202020204" pitchFamily="34" charset="0"/>
                <a:ea typeface="Open Sans"/>
                <a:cs typeface="Arial" panose="020B0604020202020204" pitchFamily="34" charset="0"/>
                <a:sym typeface="Open Sans"/>
              </a:rPr>
              <a:t> beatae vitae dicta sunt </a:t>
            </a:r>
            <a:r>
              <a:rPr lang="en-US" sz="1200" dirty="0" err="1">
                <a:solidFill>
                  <a:srgbClr val="183158"/>
                </a:solidFill>
                <a:latin typeface="Arial" panose="020B0604020202020204" pitchFamily="34" charset="0"/>
                <a:ea typeface="Open Sans"/>
                <a:cs typeface="Arial" panose="020B0604020202020204" pitchFamily="34" charset="0"/>
                <a:sym typeface="Open Sans"/>
              </a:rPr>
              <a:t>explicabo</a:t>
            </a:r>
            <a:r>
              <a:rPr lang="en-US" sz="1200" dirty="0">
                <a:solidFill>
                  <a:srgbClr val="183158"/>
                </a:solidFill>
                <a:latin typeface="Arial" panose="020B0604020202020204" pitchFamily="34" charset="0"/>
                <a:ea typeface="Open Sans"/>
                <a:cs typeface="Arial" panose="020B0604020202020204" pitchFamily="34" charset="0"/>
                <a:sym typeface="Open Sans"/>
              </a:rPr>
              <a:t>. Nemo </a:t>
            </a:r>
            <a:r>
              <a:rPr lang="en-US" sz="1200" dirty="0" err="1">
                <a:solidFill>
                  <a:srgbClr val="183158"/>
                </a:solidFill>
                <a:latin typeface="Arial" panose="020B0604020202020204" pitchFamily="34" charset="0"/>
                <a:ea typeface="Open Sans"/>
                <a:cs typeface="Arial" panose="020B0604020202020204" pitchFamily="34" charset="0"/>
                <a:sym typeface="Open Sans"/>
              </a:rPr>
              <a:t>enim</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ipsam</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voluptatem</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quia</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voluptas</a:t>
            </a:r>
            <a:r>
              <a:rPr lang="en-US" sz="1200" dirty="0">
                <a:solidFill>
                  <a:srgbClr val="183158"/>
                </a:solidFill>
                <a:latin typeface="Arial" panose="020B0604020202020204" pitchFamily="34" charset="0"/>
                <a:ea typeface="Open Sans"/>
                <a:cs typeface="Arial" panose="020B0604020202020204" pitchFamily="34" charset="0"/>
                <a:sym typeface="Open Sans"/>
              </a:rPr>
              <a:t> sit </a:t>
            </a:r>
            <a:r>
              <a:rPr lang="en-US" sz="1200" dirty="0" err="1">
                <a:solidFill>
                  <a:srgbClr val="183158"/>
                </a:solidFill>
                <a:latin typeface="Arial" panose="020B0604020202020204" pitchFamily="34" charset="0"/>
                <a:ea typeface="Open Sans"/>
                <a:cs typeface="Arial" panose="020B0604020202020204" pitchFamily="34" charset="0"/>
                <a:sym typeface="Open Sans"/>
              </a:rPr>
              <a:t>aspernatur</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aut</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odit</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autim</a:t>
            </a:r>
            <a:r>
              <a:rPr lang="en-US" sz="1200" dirty="0">
                <a:solidFill>
                  <a:srgbClr val="183158"/>
                </a:solidFill>
                <a:latin typeface="Arial" panose="020B0604020202020204" pitchFamily="34" charset="0"/>
                <a:ea typeface="Open Sans"/>
                <a:cs typeface="Arial" panose="020B0604020202020204" pitchFamily="34" charset="0"/>
                <a:sym typeface="Open Sans"/>
              </a:rPr>
              <a:t> id </a:t>
            </a:r>
            <a:r>
              <a:rPr lang="en-US" sz="1200" dirty="0" err="1">
                <a:solidFill>
                  <a:srgbClr val="183158"/>
                </a:solidFill>
                <a:latin typeface="Arial" panose="020B0604020202020204" pitchFamily="34" charset="0"/>
                <a:ea typeface="Open Sans"/>
                <a:cs typeface="Arial" panose="020B0604020202020204" pitchFamily="34" charset="0"/>
                <a:sym typeface="Open Sans"/>
              </a:rPr>
              <a:t>est</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laborum</a:t>
            </a:r>
            <a:r>
              <a:rPr lang="en-US" sz="1200" dirty="0">
                <a:solidFill>
                  <a:srgbClr val="183158"/>
                </a:solidFill>
                <a:latin typeface="Arial" panose="020B0604020202020204" pitchFamily="34" charset="0"/>
                <a:ea typeface="Open Sans"/>
                <a:cs typeface="Arial" panose="020B0604020202020204" pitchFamily="34" charset="0"/>
                <a:sym typeface="Open Sans"/>
              </a:rPr>
              <a:t>.</a:t>
            </a:r>
            <a:endParaRPr sz="1200" dirty="0">
              <a:solidFill>
                <a:srgbClr val="183158"/>
              </a:solidFill>
              <a:latin typeface="Arial" panose="020B0604020202020204" pitchFamily="34" charset="0"/>
              <a:ea typeface="Open Sans"/>
              <a:cs typeface="Arial" panose="020B0604020202020204" pitchFamily="34" charset="0"/>
              <a:sym typeface="Open Sans"/>
            </a:endParaRPr>
          </a:p>
        </p:txBody>
      </p:sp>
      <p:sp>
        <p:nvSpPr>
          <p:cNvPr id="114" name="Google Shape;114;p7"/>
          <p:cNvSpPr txBox="1"/>
          <p:nvPr/>
        </p:nvSpPr>
        <p:spPr>
          <a:xfrm>
            <a:off x="9392044" y="6604353"/>
            <a:ext cx="2743200" cy="179092"/>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a:solidFill>
                  <a:srgbClr val="06234B"/>
                </a:solidFill>
                <a:latin typeface="Courier New" panose="02070309020205020404" pitchFamily="49" charset="0"/>
                <a:ea typeface="Roboto Mono Light"/>
                <a:cs typeface="Courier New" panose="02070309020205020404" pitchFamily="49" charset="0"/>
                <a:sym typeface="Roboto Mono Light"/>
              </a:rPr>
              <a:t>14</a:t>
            </a:fld>
            <a:endParaRPr sz="900" dirty="0">
              <a:solidFill>
                <a:srgbClr val="06234B"/>
              </a:solidFill>
              <a:latin typeface="Courier New" panose="02070309020205020404" pitchFamily="49" charset="0"/>
              <a:ea typeface="Roboto Mono Light"/>
              <a:cs typeface="Courier New" panose="02070309020205020404" pitchFamily="49" charset="0"/>
              <a:sym typeface="Roboto Mono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1" name="Google Shape;121;p8"/>
          <p:cNvSpPr txBox="1"/>
          <p:nvPr/>
        </p:nvSpPr>
        <p:spPr>
          <a:xfrm>
            <a:off x="9392044" y="6604353"/>
            <a:ext cx="2743200" cy="179092"/>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a:solidFill>
                  <a:srgbClr val="06234B"/>
                </a:solidFill>
                <a:latin typeface="Courier New" panose="02070309020205020404" pitchFamily="49" charset="0"/>
                <a:ea typeface="Roboto Mono Light"/>
                <a:cs typeface="Courier New" panose="02070309020205020404" pitchFamily="49" charset="0"/>
                <a:sym typeface="Roboto Mono Light"/>
              </a:rPr>
              <a:t>15</a:t>
            </a:fld>
            <a:endParaRPr sz="900" dirty="0">
              <a:solidFill>
                <a:srgbClr val="06234B"/>
              </a:solidFill>
              <a:latin typeface="Courier New" panose="02070309020205020404" pitchFamily="49" charset="0"/>
              <a:ea typeface="Roboto Mono Light"/>
              <a:cs typeface="Courier New" panose="02070309020205020404" pitchFamily="49" charset="0"/>
              <a:sym typeface="Roboto Mono Light"/>
            </a:endParaRPr>
          </a:p>
        </p:txBody>
      </p:sp>
      <p:cxnSp>
        <p:nvCxnSpPr>
          <p:cNvPr id="125" name="Google Shape;125;p8"/>
          <p:cNvCxnSpPr/>
          <p:nvPr/>
        </p:nvCxnSpPr>
        <p:spPr>
          <a:xfrm rot="10800000">
            <a:off x="3375377" y="1569427"/>
            <a:ext cx="0" cy="3719146"/>
          </a:xfrm>
          <a:prstGeom prst="straightConnector1">
            <a:avLst/>
          </a:prstGeom>
          <a:noFill/>
          <a:ln w="12700" cap="flat" cmpd="sng">
            <a:solidFill>
              <a:srgbClr val="889FC7"/>
            </a:solidFill>
            <a:prstDash val="solid"/>
            <a:miter lim="800000"/>
            <a:headEnd type="none" w="sm" len="sm"/>
            <a:tailEnd type="none" w="sm" len="sm"/>
          </a:ln>
        </p:spPr>
      </p:cxnSp>
      <p:cxnSp>
        <p:nvCxnSpPr>
          <p:cNvPr id="128" name="Google Shape;128;p8"/>
          <p:cNvCxnSpPr/>
          <p:nvPr/>
        </p:nvCxnSpPr>
        <p:spPr>
          <a:xfrm rot="10800000">
            <a:off x="8005332" y="1569427"/>
            <a:ext cx="0" cy="3719146"/>
          </a:xfrm>
          <a:prstGeom prst="straightConnector1">
            <a:avLst/>
          </a:prstGeom>
          <a:noFill/>
          <a:ln w="12700" cap="flat" cmpd="sng">
            <a:solidFill>
              <a:srgbClr val="889FC7"/>
            </a:solidFill>
            <a:prstDash val="solid"/>
            <a:miter lim="800000"/>
            <a:headEnd type="none" w="sm" len="sm"/>
            <a:tailEnd type="none" w="sm" len="sm"/>
          </a:ln>
        </p:spPr>
      </p:cxnSp>
      <p:sp>
        <p:nvSpPr>
          <p:cNvPr id="16" name="Google Shape;123;p8">
            <a:extLst>
              <a:ext uri="{FF2B5EF4-FFF2-40B4-BE49-F238E27FC236}">
                <a16:creationId xmlns:a16="http://schemas.microsoft.com/office/drawing/2014/main" id="{B9892053-E173-334E-9168-FD6EC13EBA01}"/>
              </a:ext>
            </a:extLst>
          </p:cNvPr>
          <p:cNvSpPr txBox="1"/>
          <p:nvPr/>
        </p:nvSpPr>
        <p:spPr>
          <a:xfrm>
            <a:off x="581586" y="2749564"/>
            <a:ext cx="2359146" cy="1358873"/>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889FC7"/>
              </a:buClr>
              <a:buSzPts val="8800"/>
              <a:buFont typeface="Oswald"/>
              <a:buNone/>
            </a:pPr>
            <a:r>
              <a:rPr lang="en-US" sz="6600" b="1" dirty="0">
                <a:solidFill>
                  <a:srgbClr val="889FC7"/>
                </a:solidFill>
                <a:latin typeface="Arial Black" panose="020B0604020202020204" pitchFamily="34" charset="0"/>
                <a:ea typeface="Oswald"/>
                <a:cs typeface="Arial Black" panose="020B0604020202020204" pitchFamily="34" charset="0"/>
                <a:sym typeface="Oswald"/>
              </a:rPr>
              <a:t>91</a:t>
            </a:r>
            <a:endParaRPr sz="3600" b="1" baseline="30000" dirty="0">
              <a:solidFill>
                <a:srgbClr val="889FC7"/>
              </a:solidFill>
              <a:latin typeface="Arial Black" panose="020B0604020202020204" pitchFamily="34" charset="0"/>
              <a:ea typeface="Oswald"/>
              <a:cs typeface="Arial Black" panose="020B0604020202020204" pitchFamily="34" charset="0"/>
              <a:sym typeface="Oswald"/>
            </a:endParaRPr>
          </a:p>
        </p:txBody>
      </p:sp>
      <p:sp>
        <p:nvSpPr>
          <p:cNvPr id="17" name="Google Shape;124;p8">
            <a:extLst>
              <a:ext uri="{FF2B5EF4-FFF2-40B4-BE49-F238E27FC236}">
                <a16:creationId xmlns:a16="http://schemas.microsoft.com/office/drawing/2014/main" id="{708A334A-6A0A-6C49-8493-D0F394869F8A}"/>
              </a:ext>
            </a:extLst>
          </p:cNvPr>
          <p:cNvSpPr txBox="1"/>
          <p:nvPr/>
        </p:nvSpPr>
        <p:spPr>
          <a:xfrm>
            <a:off x="791389" y="3856343"/>
            <a:ext cx="2119774" cy="489974"/>
          </a:xfrm>
          <a:prstGeom prst="rect">
            <a:avLst/>
          </a:prstGeom>
          <a:noFill/>
          <a:ln>
            <a:noFill/>
          </a:ln>
        </p:spPr>
        <p:txBody>
          <a:bodyPr spcFirstLastPara="1" wrap="square" lIns="91425" tIns="45700" rIns="91425" bIns="45700" anchor="t" anchorCtr="0">
            <a:noAutofit/>
          </a:bodyPr>
          <a:lstStyle/>
          <a:p>
            <a:pPr marL="0" marR="0" lvl="0" indent="0" algn="ctr" rtl="0">
              <a:lnSpc>
                <a:spcPct val="140000"/>
              </a:lnSpc>
              <a:spcBef>
                <a:spcPts val="0"/>
              </a:spcBef>
              <a:spcAft>
                <a:spcPts val="0"/>
              </a:spcAft>
              <a:buClr>
                <a:srgbClr val="06234B"/>
              </a:buClr>
              <a:buSzPct val="100000"/>
              <a:buFont typeface="Roboto Mono"/>
              <a:buNone/>
            </a:pPr>
            <a:r>
              <a:rPr lang="en-US" b="1" dirty="0">
                <a:solidFill>
                  <a:srgbClr val="06234B"/>
                </a:solidFill>
                <a:latin typeface="Courier New" panose="02070309020205020404" pitchFamily="49" charset="0"/>
                <a:ea typeface="Roboto Mono"/>
                <a:cs typeface="Courier New" panose="02070309020205020404" pitchFamily="49" charset="0"/>
                <a:sym typeface="Roboto Mono"/>
              </a:rPr>
              <a:t>retention from first to second year (fall 2020)</a:t>
            </a:r>
            <a:endParaRPr b="1" dirty="0">
              <a:solidFill>
                <a:srgbClr val="06234B"/>
              </a:solidFill>
              <a:latin typeface="Courier New" panose="02070309020205020404" pitchFamily="49" charset="0"/>
              <a:ea typeface="Roboto Mono"/>
              <a:cs typeface="Courier New" panose="02070309020205020404" pitchFamily="49" charset="0"/>
              <a:sym typeface="Roboto Mono"/>
            </a:endParaRPr>
          </a:p>
        </p:txBody>
      </p:sp>
      <p:sp>
        <p:nvSpPr>
          <p:cNvPr id="18" name="Google Shape;126;p8">
            <a:extLst>
              <a:ext uri="{FF2B5EF4-FFF2-40B4-BE49-F238E27FC236}">
                <a16:creationId xmlns:a16="http://schemas.microsoft.com/office/drawing/2014/main" id="{4E20C688-6595-D24B-8081-887DF80C78D4}"/>
              </a:ext>
            </a:extLst>
          </p:cNvPr>
          <p:cNvSpPr txBox="1"/>
          <p:nvPr/>
        </p:nvSpPr>
        <p:spPr>
          <a:xfrm>
            <a:off x="3573885" y="2743192"/>
            <a:ext cx="4261340" cy="1545712"/>
          </a:xfrm>
          <a:prstGeom prst="rect">
            <a:avLst/>
          </a:prstGeom>
          <a:noFill/>
          <a:ln>
            <a:noFill/>
          </a:ln>
        </p:spPr>
        <p:txBody>
          <a:bodyPr spcFirstLastPara="1" wrap="square" lIns="91425" tIns="45700" rIns="91425" bIns="45700" anchor="t" anchorCtr="0">
            <a:noAutofit/>
          </a:bodyPr>
          <a:lstStyle/>
          <a:p>
            <a:pPr lvl="0" algn="ctr">
              <a:lnSpc>
                <a:spcPct val="90000"/>
              </a:lnSpc>
              <a:buClr>
                <a:srgbClr val="889FC7"/>
              </a:buClr>
              <a:buSzPts val="8800"/>
            </a:pPr>
            <a:r>
              <a:rPr lang="en-US" sz="6600" b="1" dirty="0">
                <a:solidFill>
                  <a:srgbClr val="CC4628"/>
                </a:solidFill>
                <a:latin typeface="Arial Black" panose="020B0604020202020204" pitchFamily="34" charset="0"/>
                <a:ea typeface="Oswald"/>
                <a:cs typeface="Arial Black" panose="020B0604020202020204" pitchFamily="34" charset="0"/>
                <a:sym typeface="Oswald"/>
              </a:rPr>
              <a:t>$289M</a:t>
            </a:r>
            <a:endParaRPr lang="en-US" sz="3600" b="1" baseline="30000" dirty="0">
              <a:solidFill>
                <a:srgbClr val="CC4628"/>
              </a:solidFill>
              <a:latin typeface="Arial Black" panose="020B0604020202020204" pitchFamily="34" charset="0"/>
              <a:ea typeface="Oswald"/>
              <a:cs typeface="Arial Black" panose="020B0604020202020204" pitchFamily="34" charset="0"/>
              <a:sym typeface="Oswald"/>
            </a:endParaRPr>
          </a:p>
        </p:txBody>
      </p:sp>
      <p:sp>
        <p:nvSpPr>
          <p:cNvPr id="19" name="Google Shape;127;p8">
            <a:extLst>
              <a:ext uri="{FF2B5EF4-FFF2-40B4-BE49-F238E27FC236}">
                <a16:creationId xmlns:a16="http://schemas.microsoft.com/office/drawing/2014/main" id="{9F25DD33-4E38-2647-880C-009C2966069E}"/>
              </a:ext>
            </a:extLst>
          </p:cNvPr>
          <p:cNvSpPr txBox="1"/>
          <p:nvPr/>
        </p:nvSpPr>
        <p:spPr>
          <a:xfrm>
            <a:off x="4244668" y="3844039"/>
            <a:ext cx="3032961" cy="305873"/>
          </a:xfrm>
          <a:prstGeom prst="rect">
            <a:avLst/>
          </a:prstGeom>
          <a:noFill/>
          <a:ln>
            <a:noFill/>
          </a:ln>
        </p:spPr>
        <p:txBody>
          <a:bodyPr spcFirstLastPara="1" wrap="square" lIns="91425" tIns="45700" rIns="91425" bIns="45700" anchor="t" anchorCtr="0">
            <a:noAutofit/>
          </a:bodyPr>
          <a:lstStyle/>
          <a:p>
            <a:pPr marL="0" marR="0" lvl="0" indent="0" algn="ctr" rtl="0">
              <a:lnSpc>
                <a:spcPct val="140000"/>
              </a:lnSpc>
              <a:spcBef>
                <a:spcPts val="0"/>
              </a:spcBef>
              <a:spcAft>
                <a:spcPts val="0"/>
              </a:spcAft>
              <a:buClr>
                <a:srgbClr val="06234B"/>
              </a:buClr>
              <a:buSzPts val="1100"/>
              <a:buFont typeface="Roboto Mono"/>
              <a:buNone/>
            </a:pPr>
            <a:r>
              <a:rPr lang="en-US" b="1" dirty="0">
                <a:solidFill>
                  <a:srgbClr val="06234B"/>
                </a:solidFill>
                <a:latin typeface="Courier New" panose="02070309020205020404" pitchFamily="49" charset="0"/>
                <a:ea typeface="Roboto Mono"/>
                <a:cs typeface="Courier New" panose="02070309020205020404" pitchFamily="49" charset="0"/>
                <a:sym typeface="Roboto Mono"/>
              </a:rPr>
              <a:t>Mines endowment as of June 2019</a:t>
            </a:r>
            <a:endParaRPr b="1" dirty="0">
              <a:latin typeface="Courier New" panose="02070309020205020404" pitchFamily="49" charset="0"/>
            </a:endParaRPr>
          </a:p>
        </p:txBody>
      </p:sp>
      <p:sp>
        <p:nvSpPr>
          <p:cNvPr id="20" name="Google Shape;130;p8">
            <a:extLst>
              <a:ext uri="{FF2B5EF4-FFF2-40B4-BE49-F238E27FC236}">
                <a16:creationId xmlns:a16="http://schemas.microsoft.com/office/drawing/2014/main" id="{5AE51D0F-EBE0-AE46-8ED0-C28CF807221F}"/>
              </a:ext>
            </a:extLst>
          </p:cNvPr>
          <p:cNvSpPr txBox="1"/>
          <p:nvPr/>
        </p:nvSpPr>
        <p:spPr>
          <a:xfrm>
            <a:off x="8175438" y="2749564"/>
            <a:ext cx="3262755" cy="1358873"/>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889FC7"/>
              </a:buClr>
              <a:buSzPts val="8800"/>
              <a:buFont typeface="Oswald"/>
              <a:buNone/>
            </a:pPr>
            <a:r>
              <a:rPr lang="en-US" sz="6600" b="1" dirty="0">
                <a:solidFill>
                  <a:srgbClr val="889FC7"/>
                </a:solidFill>
                <a:latin typeface="Arial Black" panose="020B0604020202020204" pitchFamily="34" charset="0"/>
                <a:ea typeface="Oswald"/>
                <a:cs typeface="Arial Black" panose="020B0604020202020204" pitchFamily="34" charset="0"/>
                <a:sym typeface="Oswald"/>
              </a:rPr>
              <a:t>7,172</a:t>
            </a:r>
            <a:endParaRPr sz="6600" b="1" baseline="30000" dirty="0">
              <a:solidFill>
                <a:srgbClr val="889FC7"/>
              </a:solidFill>
              <a:latin typeface="Arial Black" panose="020B0604020202020204" pitchFamily="34" charset="0"/>
              <a:ea typeface="Oswald"/>
              <a:cs typeface="Arial Black" panose="020B0604020202020204" pitchFamily="34" charset="0"/>
              <a:sym typeface="Oswald"/>
            </a:endParaRPr>
          </a:p>
        </p:txBody>
      </p:sp>
      <p:sp>
        <p:nvSpPr>
          <p:cNvPr id="21" name="Google Shape;131;p8">
            <a:extLst>
              <a:ext uri="{FF2B5EF4-FFF2-40B4-BE49-F238E27FC236}">
                <a16:creationId xmlns:a16="http://schemas.microsoft.com/office/drawing/2014/main" id="{67614914-5B91-1743-81D5-D859078A2D81}"/>
              </a:ext>
            </a:extLst>
          </p:cNvPr>
          <p:cNvSpPr txBox="1"/>
          <p:nvPr/>
        </p:nvSpPr>
        <p:spPr>
          <a:xfrm>
            <a:off x="8315755" y="3916483"/>
            <a:ext cx="2982119" cy="1372090"/>
          </a:xfrm>
          <a:prstGeom prst="rect">
            <a:avLst/>
          </a:prstGeom>
          <a:noFill/>
          <a:ln>
            <a:noFill/>
          </a:ln>
        </p:spPr>
        <p:txBody>
          <a:bodyPr spcFirstLastPara="1" wrap="square" lIns="91425" tIns="45700" rIns="91425" bIns="45700" anchor="t" anchorCtr="0">
            <a:normAutofit/>
          </a:bodyPr>
          <a:lstStyle/>
          <a:p>
            <a:pPr marL="0" marR="0" lvl="0" indent="0" algn="ctr" rtl="0">
              <a:lnSpc>
                <a:spcPct val="140000"/>
              </a:lnSpc>
              <a:spcBef>
                <a:spcPts val="0"/>
              </a:spcBef>
              <a:spcAft>
                <a:spcPts val="0"/>
              </a:spcAft>
              <a:buClr>
                <a:srgbClr val="06234B"/>
              </a:buClr>
              <a:buSzPct val="100000"/>
              <a:buFont typeface="Roboto Mono"/>
              <a:buNone/>
            </a:pPr>
            <a:r>
              <a:rPr lang="en-US" b="1" dirty="0">
                <a:solidFill>
                  <a:srgbClr val="06234B"/>
                </a:solidFill>
                <a:latin typeface="Courier New" panose="02070309020205020404" pitchFamily="49" charset="0"/>
                <a:ea typeface="Roboto Mono"/>
                <a:cs typeface="Courier New" panose="02070309020205020404" pitchFamily="49" charset="0"/>
                <a:sym typeface="Roboto Mono"/>
              </a:rPr>
              <a:t>undergraduate, graduate, and non-degree students for fall 2021</a:t>
            </a:r>
            <a:endParaRPr b="1" dirty="0">
              <a:solidFill>
                <a:srgbClr val="06234B"/>
              </a:solidFill>
              <a:latin typeface="Courier New" panose="02070309020205020404" pitchFamily="49" charset="0"/>
              <a:ea typeface="Roboto Mono"/>
              <a:cs typeface="Courier New" panose="02070309020205020404" pitchFamily="49" charset="0"/>
              <a:sym typeface="Roboto Mono"/>
            </a:endParaRPr>
          </a:p>
        </p:txBody>
      </p:sp>
      <p:sp>
        <p:nvSpPr>
          <p:cNvPr id="2" name="Google Shape;111;p7">
            <a:extLst>
              <a:ext uri="{FF2B5EF4-FFF2-40B4-BE49-F238E27FC236}">
                <a16:creationId xmlns:a16="http://schemas.microsoft.com/office/drawing/2014/main" id="{7AD6DB01-648A-CBE7-6CB4-8FC4E62C0A20}"/>
              </a:ext>
            </a:extLst>
          </p:cNvPr>
          <p:cNvSpPr txBox="1"/>
          <p:nvPr/>
        </p:nvSpPr>
        <p:spPr>
          <a:xfrm>
            <a:off x="384511" y="214411"/>
            <a:ext cx="493776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dirty="0">
                <a:solidFill>
                  <a:srgbClr val="06234B"/>
                </a:solidFill>
                <a:latin typeface="Courier New" panose="02070309020205020404" pitchFamily="49" charset="0"/>
                <a:ea typeface="Open Sans"/>
                <a:cs typeface="Courier New" panose="02070309020205020404" pitchFamily="49" charset="0"/>
                <a:sym typeface="Open Sans"/>
              </a:rPr>
              <a:t>SLIDE HEADER HERE  </a:t>
            </a:r>
            <a:r>
              <a:rPr lang="en-US" sz="1400" b="1" dirty="0">
                <a:solidFill>
                  <a:srgbClr val="06234B"/>
                </a:solidFill>
                <a:latin typeface="Arial Black" panose="020B0604020202020204" pitchFamily="34" charset="0"/>
                <a:ea typeface="Open Sans Light"/>
                <a:cs typeface="Arial Black" panose="020B0604020202020204" pitchFamily="34" charset="0"/>
                <a:sym typeface="Open Sans Light"/>
              </a:rPr>
              <a:t>|</a:t>
            </a:r>
            <a:r>
              <a:rPr lang="en-US" sz="1400" b="1" dirty="0">
                <a:solidFill>
                  <a:srgbClr val="06234B"/>
                </a:solidFill>
                <a:latin typeface="Arial Black" panose="020B0604020202020204" pitchFamily="34" charset="0"/>
                <a:ea typeface="Open Sans"/>
                <a:cs typeface="Arial Black" panose="020B0604020202020204" pitchFamily="34" charset="0"/>
                <a:sym typeface="Open Sans"/>
              </a:rPr>
              <a:t>  LOREM IPSUM</a:t>
            </a:r>
            <a:endParaRPr b="1" dirty="0">
              <a:latin typeface="Arial Black" panose="020B0604020202020204" pitchFamily="34" charset="0"/>
              <a:cs typeface="Arial Black"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pic>
        <p:nvPicPr>
          <p:cNvPr id="136" name="Google Shape;136;p9" descr="Shape&#10;&#10;Description automatically generated with medium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06735" y="3617185"/>
            <a:ext cx="4583074" cy="852768"/>
          </a:xfrm>
          <a:prstGeom prst="rect">
            <a:avLst/>
          </a:prstGeom>
          <a:noFill/>
          <a:ln>
            <a:noFill/>
          </a:ln>
        </p:spPr>
      </p:pic>
      <p:sp>
        <p:nvSpPr>
          <p:cNvPr id="137" name="Google Shape;137;p9"/>
          <p:cNvSpPr txBox="1"/>
          <p:nvPr/>
        </p:nvSpPr>
        <p:spPr>
          <a:xfrm>
            <a:off x="328413" y="214411"/>
            <a:ext cx="493776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dirty="0">
                <a:solidFill>
                  <a:srgbClr val="06234B"/>
                </a:solidFill>
                <a:latin typeface="Courier New" panose="02070309020205020404" pitchFamily="49" charset="0"/>
                <a:ea typeface="Open Sans"/>
                <a:cs typeface="Courier New" panose="02070309020205020404" pitchFamily="49" charset="0"/>
                <a:sym typeface="Open Sans"/>
              </a:rPr>
              <a:t>SLIDE HEADER HERE  </a:t>
            </a:r>
            <a:r>
              <a:rPr lang="en-US" sz="1400" b="1" dirty="0">
                <a:solidFill>
                  <a:srgbClr val="06234B"/>
                </a:solidFill>
                <a:latin typeface="Arial Black" panose="020B0604020202020204" pitchFamily="34" charset="0"/>
                <a:ea typeface="Open Sans Light"/>
                <a:cs typeface="Arial Black" panose="020B0604020202020204" pitchFamily="34" charset="0"/>
                <a:sym typeface="Open Sans Light"/>
              </a:rPr>
              <a:t>|</a:t>
            </a:r>
            <a:r>
              <a:rPr lang="en-US" sz="1400" b="1" dirty="0">
                <a:solidFill>
                  <a:srgbClr val="06234B"/>
                </a:solidFill>
                <a:latin typeface="Arial Black" panose="020B0604020202020204" pitchFamily="34" charset="0"/>
                <a:ea typeface="Open Sans"/>
                <a:cs typeface="Arial Black" panose="020B0604020202020204" pitchFamily="34" charset="0"/>
                <a:sym typeface="Open Sans"/>
              </a:rPr>
              <a:t>  LOREM IPSUM</a:t>
            </a:r>
            <a:endParaRPr b="1" dirty="0">
              <a:latin typeface="Arial Black" panose="020B0604020202020204" pitchFamily="34" charset="0"/>
              <a:cs typeface="Arial Black" panose="020B0604020202020204" pitchFamily="34" charset="0"/>
            </a:endParaRPr>
          </a:p>
        </p:txBody>
      </p:sp>
      <p:sp>
        <p:nvSpPr>
          <p:cNvPr id="138" name="Google Shape;138;p9"/>
          <p:cNvSpPr txBox="1"/>
          <p:nvPr/>
        </p:nvSpPr>
        <p:spPr>
          <a:xfrm>
            <a:off x="6477949" y="1604907"/>
            <a:ext cx="5385637" cy="118707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6234B"/>
              </a:buClr>
              <a:buSzPts val="4400"/>
              <a:buFont typeface="Oswald"/>
              <a:buNone/>
            </a:pPr>
            <a:r>
              <a:rPr lang="en-US" sz="4000" b="1" dirty="0">
                <a:solidFill>
                  <a:srgbClr val="06234B"/>
                </a:solidFill>
                <a:latin typeface="Arial Black" panose="020B0604020202020204" pitchFamily="34" charset="0"/>
                <a:ea typeface="Oswald"/>
                <a:cs typeface="Arial Black" panose="020B0604020202020204" pitchFamily="34" charset="0"/>
                <a:sym typeface="Oswald"/>
              </a:rPr>
              <a:t>SLIDE </a:t>
            </a:r>
            <a:br>
              <a:rPr lang="en-US" sz="4000" b="1" dirty="0">
                <a:solidFill>
                  <a:srgbClr val="06234B"/>
                </a:solidFill>
                <a:latin typeface="Arial Black" panose="020B0604020202020204" pitchFamily="34" charset="0"/>
                <a:ea typeface="Oswald"/>
                <a:cs typeface="Arial Black" panose="020B0604020202020204" pitchFamily="34" charset="0"/>
                <a:sym typeface="Oswald"/>
              </a:rPr>
            </a:br>
            <a:r>
              <a:rPr lang="en-US" sz="4000" b="1" dirty="0">
                <a:solidFill>
                  <a:srgbClr val="06234B"/>
                </a:solidFill>
                <a:latin typeface="Arial Black" panose="020B0604020202020204" pitchFamily="34" charset="0"/>
                <a:ea typeface="Oswald"/>
                <a:cs typeface="Arial Black" panose="020B0604020202020204" pitchFamily="34" charset="0"/>
                <a:sym typeface="Oswald"/>
              </a:rPr>
              <a:t>TITLE HERE</a:t>
            </a:r>
            <a:endParaRPr sz="4000" b="1" dirty="0">
              <a:solidFill>
                <a:srgbClr val="06234B"/>
              </a:solidFill>
              <a:latin typeface="Arial Black" panose="020B0604020202020204" pitchFamily="34" charset="0"/>
              <a:ea typeface="Oswald"/>
              <a:cs typeface="Arial Black" panose="020B0604020202020204" pitchFamily="34" charset="0"/>
              <a:sym typeface="Oswald"/>
            </a:endParaRPr>
          </a:p>
        </p:txBody>
      </p:sp>
      <p:sp>
        <p:nvSpPr>
          <p:cNvPr id="139" name="Google Shape;139;p9"/>
          <p:cNvSpPr txBox="1"/>
          <p:nvPr/>
        </p:nvSpPr>
        <p:spPr>
          <a:xfrm>
            <a:off x="6559930" y="2872548"/>
            <a:ext cx="3575743" cy="2993780"/>
          </a:xfrm>
          <a:prstGeom prst="rect">
            <a:avLst/>
          </a:prstGeom>
          <a:noFill/>
          <a:ln>
            <a:noFill/>
          </a:ln>
        </p:spPr>
        <p:txBody>
          <a:bodyPr spcFirstLastPara="1" wrap="square" lIns="91425" tIns="45700" rIns="91425" bIns="45700" anchor="t" anchorCtr="0">
            <a:noAutofit/>
          </a:bodyPr>
          <a:lstStyle/>
          <a:p>
            <a:pPr marL="0" marR="0" lvl="0" indent="0" algn="l" rtl="0">
              <a:lnSpc>
                <a:spcPct val="140000"/>
              </a:lnSpc>
              <a:spcBef>
                <a:spcPts val="0"/>
              </a:spcBef>
              <a:spcAft>
                <a:spcPts val="0"/>
              </a:spcAft>
              <a:buClr>
                <a:schemeClr val="dk1"/>
              </a:buClr>
              <a:buSzPts val="1200"/>
              <a:buFont typeface="Open Sans"/>
              <a:buNone/>
            </a:pPr>
            <a:r>
              <a:rPr lang="en-US" sz="1200" dirty="0">
                <a:solidFill>
                  <a:srgbClr val="183158"/>
                </a:solidFill>
                <a:latin typeface="Arial" panose="020B0604020202020204" pitchFamily="34" charset="0"/>
                <a:ea typeface="Open Sans"/>
                <a:cs typeface="Arial" panose="020B0604020202020204" pitchFamily="34" charset="0"/>
                <a:sym typeface="Open Sans"/>
              </a:rPr>
              <a:t>Lorem ipsum dolor sit </a:t>
            </a:r>
            <a:r>
              <a:rPr lang="en-US" sz="1200" dirty="0" err="1">
                <a:solidFill>
                  <a:srgbClr val="183158"/>
                </a:solidFill>
                <a:latin typeface="Arial" panose="020B0604020202020204" pitchFamily="34" charset="0"/>
                <a:ea typeface="Open Sans"/>
                <a:cs typeface="Arial" panose="020B0604020202020204" pitchFamily="34" charset="0"/>
                <a:sym typeface="Open Sans"/>
              </a:rPr>
              <a:t>amet</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consectetur</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adipiscing</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elit</a:t>
            </a:r>
            <a:r>
              <a:rPr lang="en-US" sz="1200" dirty="0">
                <a:solidFill>
                  <a:srgbClr val="183158"/>
                </a:solidFill>
                <a:latin typeface="Arial" panose="020B0604020202020204" pitchFamily="34" charset="0"/>
                <a:ea typeface="Open Sans"/>
                <a:cs typeface="Arial" panose="020B0604020202020204" pitchFamily="34" charset="0"/>
                <a:sym typeface="Open Sans"/>
              </a:rPr>
              <a:t>, sed do </a:t>
            </a:r>
            <a:r>
              <a:rPr lang="en-US" sz="1200" dirty="0" err="1">
                <a:solidFill>
                  <a:srgbClr val="183158"/>
                </a:solidFill>
                <a:latin typeface="Arial" panose="020B0604020202020204" pitchFamily="34" charset="0"/>
                <a:ea typeface="Open Sans"/>
                <a:cs typeface="Arial" panose="020B0604020202020204" pitchFamily="34" charset="0"/>
                <a:sym typeface="Open Sans"/>
              </a:rPr>
              <a:t>eiusmod</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tempor</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incididunt</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ut</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labore</a:t>
            </a:r>
            <a:r>
              <a:rPr lang="en-US" sz="1200" dirty="0">
                <a:solidFill>
                  <a:srgbClr val="183158"/>
                </a:solidFill>
                <a:latin typeface="Arial" panose="020B0604020202020204" pitchFamily="34" charset="0"/>
                <a:ea typeface="Open Sans"/>
                <a:cs typeface="Arial" panose="020B0604020202020204" pitchFamily="34" charset="0"/>
                <a:sym typeface="Open Sans"/>
              </a:rPr>
              <a:t> et dolore magna </a:t>
            </a:r>
            <a:r>
              <a:rPr lang="en-US" sz="1200" dirty="0" err="1">
                <a:solidFill>
                  <a:srgbClr val="183158"/>
                </a:solidFill>
                <a:latin typeface="Arial" panose="020B0604020202020204" pitchFamily="34" charset="0"/>
                <a:ea typeface="Open Sans"/>
                <a:cs typeface="Arial" panose="020B0604020202020204" pitchFamily="34" charset="0"/>
                <a:sym typeface="Open Sans"/>
              </a:rPr>
              <a:t>aliqua</a:t>
            </a:r>
            <a:r>
              <a:rPr lang="en-US" sz="1200" dirty="0">
                <a:solidFill>
                  <a:srgbClr val="183158"/>
                </a:solidFill>
                <a:latin typeface="Arial" panose="020B0604020202020204" pitchFamily="34" charset="0"/>
                <a:ea typeface="Open Sans"/>
                <a:cs typeface="Arial" panose="020B0604020202020204" pitchFamily="34" charset="0"/>
                <a:sym typeface="Open Sans"/>
              </a:rPr>
              <a:t>. Ut </a:t>
            </a:r>
            <a:r>
              <a:rPr lang="en-US" sz="1200" dirty="0" err="1">
                <a:solidFill>
                  <a:srgbClr val="183158"/>
                </a:solidFill>
                <a:latin typeface="Arial" panose="020B0604020202020204" pitchFamily="34" charset="0"/>
                <a:ea typeface="Open Sans"/>
                <a:cs typeface="Arial" panose="020B0604020202020204" pitchFamily="34" charset="0"/>
                <a:sym typeface="Open Sans"/>
              </a:rPr>
              <a:t>enim</a:t>
            </a:r>
            <a:r>
              <a:rPr lang="en-US" sz="1200" dirty="0">
                <a:solidFill>
                  <a:srgbClr val="183158"/>
                </a:solidFill>
                <a:latin typeface="Arial" panose="020B0604020202020204" pitchFamily="34" charset="0"/>
                <a:ea typeface="Open Sans"/>
                <a:cs typeface="Arial" panose="020B0604020202020204" pitchFamily="34" charset="0"/>
                <a:sym typeface="Open Sans"/>
              </a:rPr>
              <a:t> ad minim </a:t>
            </a:r>
            <a:r>
              <a:rPr lang="en-US" sz="1200" dirty="0" err="1">
                <a:solidFill>
                  <a:srgbClr val="183158"/>
                </a:solidFill>
                <a:latin typeface="Arial" panose="020B0604020202020204" pitchFamily="34" charset="0"/>
                <a:ea typeface="Open Sans"/>
                <a:cs typeface="Arial" panose="020B0604020202020204" pitchFamily="34" charset="0"/>
                <a:sym typeface="Open Sans"/>
              </a:rPr>
              <a:t>veniam</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quis</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nostrud</a:t>
            </a:r>
            <a:r>
              <a:rPr lang="en-US" sz="1200" dirty="0">
                <a:solidFill>
                  <a:srgbClr val="183158"/>
                </a:solidFill>
                <a:latin typeface="Arial" panose="020B0604020202020204" pitchFamily="34" charset="0"/>
                <a:ea typeface="Open Sans"/>
                <a:cs typeface="Arial" panose="020B0604020202020204" pitchFamily="34" charset="0"/>
                <a:sym typeface="Open Sans"/>
              </a:rPr>
              <a:t> exercitation </a:t>
            </a:r>
            <a:r>
              <a:rPr lang="en-US" sz="1200" dirty="0" err="1">
                <a:solidFill>
                  <a:srgbClr val="183158"/>
                </a:solidFill>
                <a:latin typeface="Arial" panose="020B0604020202020204" pitchFamily="34" charset="0"/>
                <a:ea typeface="Open Sans"/>
                <a:cs typeface="Arial" panose="020B0604020202020204" pitchFamily="34" charset="0"/>
                <a:sym typeface="Open Sans"/>
              </a:rPr>
              <a:t>ullamco</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laboris</a:t>
            </a:r>
            <a:r>
              <a:rPr lang="en-US" sz="1200" dirty="0">
                <a:solidFill>
                  <a:srgbClr val="183158"/>
                </a:solidFill>
                <a:latin typeface="Arial" panose="020B0604020202020204" pitchFamily="34" charset="0"/>
                <a:ea typeface="Open Sans"/>
                <a:cs typeface="Arial" panose="020B0604020202020204" pitchFamily="34" charset="0"/>
                <a:sym typeface="Open Sans"/>
              </a:rPr>
              <a:t> nisi </a:t>
            </a:r>
            <a:r>
              <a:rPr lang="en-US" sz="1200" dirty="0" err="1">
                <a:solidFill>
                  <a:srgbClr val="183158"/>
                </a:solidFill>
                <a:latin typeface="Arial" panose="020B0604020202020204" pitchFamily="34" charset="0"/>
                <a:ea typeface="Open Sans"/>
                <a:cs typeface="Arial" panose="020B0604020202020204" pitchFamily="34" charset="0"/>
                <a:sym typeface="Open Sans"/>
              </a:rPr>
              <a:t>ut</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aliquip</a:t>
            </a:r>
            <a:r>
              <a:rPr lang="en-US" sz="1200" dirty="0">
                <a:solidFill>
                  <a:srgbClr val="183158"/>
                </a:solidFill>
                <a:latin typeface="Arial" panose="020B0604020202020204" pitchFamily="34" charset="0"/>
                <a:ea typeface="Open Sans"/>
                <a:cs typeface="Arial" panose="020B0604020202020204" pitchFamily="34" charset="0"/>
                <a:sym typeface="Open Sans"/>
              </a:rPr>
              <a:t> ex </a:t>
            </a:r>
            <a:r>
              <a:rPr lang="en-US" sz="1200" dirty="0" err="1">
                <a:solidFill>
                  <a:srgbClr val="183158"/>
                </a:solidFill>
                <a:latin typeface="Arial" panose="020B0604020202020204" pitchFamily="34" charset="0"/>
                <a:ea typeface="Open Sans"/>
                <a:cs typeface="Arial" panose="020B0604020202020204" pitchFamily="34" charset="0"/>
                <a:sym typeface="Open Sans"/>
              </a:rPr>
              <a:t>ea</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commodo</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consequat</a:t>
            </a:r>
            <a:r>
              <a:rPr lang="en-US" sz="1200" dirty="0">
                <a:solidFill>
                  <a:srgbClr val="183158"/>
                </a:solidFill>
                <a:latin typeface="Arial" panose="020B0604020202020204" pitchFamily="34" charset="0"/>
                <a:ea typeface="Open Sans"/>
                <a:cs typeface="Arial" panose="020B0604020202020204" pitchFamily="34" charset="0"/>
                <a:sym typeface="Open Sans"/>
              </a:rPr>
              <a:t>. </a:t>
            </a:r>
            <a:endParaRPr dirty="0">
              <a:solidFill>
                <a:srgbClr val="183158"/>
              </a:solidFill>
              <a:latin typeface="Arial" panose="020B0604020202020204" pitchFamily="34" charset="0"/>
              <a:cs typeface="Arial" panose="020B0604020202020204" pitchFamily="34" charset="0"/>
            </a:endParaRPr>
          </a:p>
          <a:p>
            <a:pPr marL="0" marR="0" lvl="0" indent="0" algn="l" rtl="0">
              <a:lnSpc>
                <a:spcPct val="140000"/>
              </a:lnSpc>
              <a:spcBef>
                <a:spcPts val="0"/>
              </a:spcBef>
              <a:spcAft>
                <a:spcPts val="0"/>
              </a:spcAft>
              <a:buClr>
                <a:schemeClr val="dk1"/>
              </a:buClr>
              <a:buSzPts val="1200"/>
              <a:buFont typeface="Calibri"/>
              <a:buNone/>
            </a:pPr>
            <a:endParaRPr sz="1200" dirty="0">
              <a:solidFill>
                <a:srgbClr val="183158"/>
              </a:solidFill>
              <a:latin typeface="Arial" panose="020B0604020202020204" pitchFamily="34" charset="0"/>
              <a:ea typeface="Open Sans"/>
              <a:cs typeface="Arial" panose="020B0604020202020204" pitchFamily="34" charset="0"/>
              <a:sym typeface="Open Sans"/>
            </a:endParaRPr>
          </a:p>
          <a:p>
            <a:pPr marL="171450" marR="0" lvl="0" indent="-171450" algn="l" rtl="0">
              <a:lnSpc>
                <a:spcPct val="140000"/>
              </a:lnSpc>
              <a:spcBef>
                <a:spcPts val="0"/>
              </a:spcBef>
              <a:spcAft>
                <a:spcPts val="0"/>
              </a:spcAft>
              <a:buClr>
                <a:schemeClr val="dk1"/>
              </a:buClr>
              <a:buSzPts val="1200"/>
              <a:buFont typeface="Arial" panose="020B0604020202020204" pitchFamily="34" charset="0"/>
              <a:buChar char="•"/>
            </a:pPr>
            <a:r>
              <a:rPr lang="en-US" sz="1200" dirty="0" err="1">
                <a:solidFill>
                  <a:srgbClr val="183158"/>
                </a:solidFill>
                <a:latin typeface="Arial" panose="020B0604020202020204" pitchFamily="34" charset="0"/>
                <a:ea typeface="Open Sans"/>
                <a:cs typeface="Arial" panose="020B0604020202020204" pitchFamily="34" charset="0"/>
                <a:sym typeface="Open Sans"/>
              </a:rPr>
              <a:t>Wunt</a:t>
            </a:r>
            <a:r>
              <a:rPr lang="en-US" sz="1200" dirty="0">
                <a:solidFill>
                  <a:srgbClr val="183158"/>
                </a:solidFill>
                <a:latin typeface="Arial" panose="020B0604020202020204" pitchFamily="34" charset="0"/>
                <a:ea typeface="Open Sans"/>
                <a:cs typeface="Arial" panose="020B0604020202020204" pitchFamily="34" charset="0"/>
                <a:sym typeface="Open Sans"/>
              </a:rPr>
              <a:t> in culpa qui </a:t>
            </a:r>
            <a:r>
              <a:rPr lang="en-US" sz="1200" dirty="0" err="1">
                <a:solidFill>
                  <a:srgbClr val="183158"/>
                </a:solidFill>
                <a:latin typeface="Arial" panose="020B0604020202020204" pitchFamily="34" charset="0"/>
                <a:ea typeface="Open Sans"/>
                <a:cs typeface="Arial" panose="020B0604020202020204" pitchFamily="34" charset="0"/>
                <a:sym typeface="Open Sans"/>
              </a:rPr>
              <a:t>officia</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deserunt</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mollit</a:t>
            </a:r>
            <a:r>
              <a:rPr lang="en-US" sz="1200" dirty="0">
                <a:solidFill>
                  <a:srgbClr val="183158"/>
                </a:solidFill>
                <a:latin typeface="Arial" panose="020B0604020202020204" pitchFamily="34" charset="0"/>
                <a:ea typeface="Open Sans"/>
                <a:cs typeface="Arial" panose="020B0604020202020204" pitchFamily="34" charset="0"/>
                <a:sym typeface="Open Sans"/>
              </a:rPr>
              <a:t> </a:t>
            </a:r>
            <a:endParaRPr dirty="0">
              <a:solidFill>
                <a:srgbClr val="183158"/>
              </a:solidFill>
              <a:latin typeface="Arial" panose="020B0604020202020204" pitchFamily="34" charset="0"/>
              <a:cs typeface="Arial" panose="020B0604020202020204" pitchFamily="34" charset="0"/>
            </a:endParaRPr>
          </a:p>
          <a:p>
            <a:pPr marL="171450" marR="0" lvl="0" indent="-171450" algn="l" rtl="0">
              <a:lnSpc>
                <a:spcPct val="140000"/>
              </a:lnSpc>
              <a:spcBef>
                <a:spcPts val="0"/>
              </a:spcBef>
              <a:spcAft>
                <a:spcPts val="0"/>
              </a:spcAft>
              <a:buClr>
                <a:schemeClr val="dk1"/>
              </a:buClr>
              <a:buSzPts val="1200"/>
              <a:buFont typeface="Arial" panose="020B0604020202020204" pitchFamily="34" charset="0"/>
              <a:buChar char="•"/>
            </a:pPr>
            <a:r>
              <a:rPr lang="en-US" sz="1200" dirty="0">
                <a:solidFill>
                  <a:srgbClr val="183158"/>
                </a:solidFill>
                <a:latin typeface="Arial" panose="020B0604020202020204" pitchFamily="34" charset="0"/>
                <a:ea typeface="Open Sans"/>
                <a:cs typeface="Arial" panose="020B0604020202020204" pitchFamily="34" charset="0"/>
                <a:sym typeface="Open Sans"/>
              </a:rPr>
              <a:t>Sut </a:t>
            </a:r>
            <a:r>
              <a:rPr lang="en-US" sz="1200" dirty="0" err="1">
                <a:solidFill>
                  <a:srgbClr val="183158"/>
                </a:solidFill>
                <a:latin typeface="Arial" panose="020B0604020202020204" pitchFamily="34" charset="0"/>
                <a:ea typeface="Open Sans"/>
                <a:cs typeface="Arial" panose="020B0604020202020204" pitchFamily="34" charset="0"/>
                <a:sym typeface="Open Sans"/>
              </a:rPr>
              <a:t>perspiciatis</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unde</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omnis</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iste</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natus</a:t>
            </a:r>
            <a:r>
              <a:rPr lang="en-US" sz="1200" dirty="0">
                <a:solidFill>
                  <a:srgbClr val="183158"/>
                </a:solidFill>
                <a:latin typeface="Arial" panose="020B0604020202020204" pitchFamily="34" charset="0"/>
                <a:ea typeface="Open Sans"/>
                <a:cs typeface="Arial" panose="020B0604020202020204" pitchFamily="34" charset="0"/>
                <a:sym typeface="Open Sans"/>
              </a:rPr>
              <a:t> error </a:t>
            </a:r>
            <a:endParaRPr dirty="0">
              <a:solidFill>
                <a:srgbClr val="183158"/>
              </a:solidFill>
              <a:latin typeface="Arial" panose="020B0604020202020204" pitchFamily="34" charset="0"/>
              <a:cs typeface="Arial" panose="020B0604020202020204" pitchFamily="34" charset="0"/>
            </a:endParaRPr>
          </a:p>
          <a:p>
            <a:pPr marL="171450" marR="0" lvl="0" indent="-171450" algn="l" rtl="0">
              <a:lnSpc>
                <a:spcPct val="140000"/>
              </a:lnSpc>
              <a:spcBef>
                <a:spcPts val="0"/>
              </a:spcBef>
              <a:spcAft>
                <a:spcPts val="0"/>
              </a:spcAft>
              <a:buClr>
                <a:schemeClr val="dk1"/>
              </a:buClr>
              <a:buSzPts val="1200"/>
              <a:buFont typeface="Arial" panose="020B0604020202020204" pitchFamily="34" charset="0"/>
              <a:buChar char="•"/>
            </a:pPr>
            <a:r>
              <a:rPr lang="en-US" sz="1200" dirty="0" err="1">
                <a:solidFill>
                  <a:srgbClr val="183158"/>
                </a:solidFill>
                <a:latin typeface="Arial" panose="020B0604020202020204" pitchFamily="34" charset="0"/>
                <a:ea typeface="Open Sans"/>
                <a:cs typeface="Arial" panose="020B0604020202020204" pitchFamily="34" charset="0"/>
                <a:sym typeface="Open Sans"/>
              </a:rPr>
              <a:t>Baccusantium</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doloremque</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laudantium</a:t>
            </a:r>
            <a:r>
              <a:rPr lang="en-US" sz="1200" dirty="0">
                <a:solidFill>
                  <a:srgbClr val="183158"/>
                </a:solidFill>
                <a:latin typeface="Arial" panose="020B0604020202020204" pitchFamily="34" charset="0"/>
                <a:ea typeface="Open Sans"/>
                <a:cs typeface="Arial" panose="020B0604020202020204" pitchFamily="34" charset="0"/>
                <a:sym typeface="Open Sans"/>
              </a:rPr>
              <a:t>, </a:t>
            </a:r>
            <a:endParaRPr dirty="0">
              <a:solidFill>
                <a:srgbClr val="183158"/>
              </a:solidFill>
              <a:latin typeface="Arial" panose="020B0604020202020204" pitchFamily="34" charset="0"/>
              <a:cs typeface="Arial" panose="020B0604020202020204" pitchFamily="34" charset="0"/>
            </a:endParaRPr>
          </a:p>
          <a:p>
            <a:pPr marL="171450" marR="0" lvl="0" indent="-171450" algn="l" rtl="0">
              <a:lnSpc>
                <a:spcPct val="140000"/>
              </a:lnSpc>
              <a:spcBef>
                <a:spcPts val="0"/>
              </a:spcBef>
              <a:spcAft>
                <a:spcPts val="0"/>
              </a:spcAft>
              <a:buClr>
                <a:schemeClr val="dk1"/>
              </a:buClr>
              <a:buSzPts val="1200"/>
              <a:buFont typeface="Arial" panose="020B0604020202020204" pitchFamily="34" charset="0"/>
              <a:buChar char="•"/>
            </a:pPr>
            <a:r>
              <a:rPr lang="en-US" sz="1200" dirty="0" err="1">
                <a:solidFill>
                  <a:srgbClr val="183158"/>
                </a:solidFill>
                <a:latin typeface="Arial" panose="020B0604020202020204" pitchFamily="34" charset="0"/>
                <a:ea typeface="Open Sans"/>
                <a:cs typeface="Arial" panose="020B0604020202020204" pitchFamily="34" charset="0"/>
                <a:sym typeface="Open Sans"/>
              </a:rPr>
              <a:t>Eaque</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ipsa</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quae</a:t>
            </a:r>
            <a:r>
              <a:rPr lang="en-US" sz="1200" dirty="0">
                <a:solidFill>
                  <a:srgbClr val="183158"/>
                </a:solidFill>
                <a:latin typeface="Arial" panose="020B0604020202020204" pitchFamily="34" charset="0"/>
                <a:ea typeface="Open Sans"/>
                <a:cs typeface="Arial" panose="020B0604020202020204" pitchFamily="34" charset="0"/>
                <a:sym typeface="Open Sans"/>
              </a:rPr>
              <a:t> ab </a:t>
            </a:r>
            <a:r>
              <a:rPr lang="en-US" sz="1200" dirty="0" err="1">
                <a:solidFill>
                  <a:srgbClr val="183158"/>
                </a:solidFill>
                <a:latin typeface="Arial" panose="020B0604020202020204" pitchFamily="34" charset="0"/>
                <a:ea typeface="Open Sans"/>
                <a:cs typeface="Arial" panose="020B0604020202020204" pitchFamily="34" charset="0"/>
                <a:sym typeface="Open Sans"/>
              </a:rPr>
              <a:t>illo</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inventore</a:t>
            </a:r>
            <a:r>
              <a:rPr lang="en-US" sz="1200" dirty="0">
                <a:solidFill>
                  <a:srgbClr val="183158"/>
                </a:solidFill>
                <a:latin typeface="Arial" panose="020B0604020202020204" pitchFamily="34" charset="0"/>
                <a:ea typeface="Open Sans"/>
                <a:cs typeface="Arial" panose="020B0604020202020204" pitchFamily="34" charset="0"/>
                <a:sym typeface="Open Sans"/>
              </a:rPr>
              <a:t> </a:t>
            </a:r>
            <a:r>
              <a:rPr lang="en-US" sz="1200" dirty="0" err="1">
                <a:solidFill>
                  <a:srgbClr val="183158"/>
                </a:solidFill>
                <a:latin typeface="Arial" panose="020B0604020202020204" pitchFamily="34" charset="0"/>
                <a:ea typeface="Open Sans"/>
                <a:cs typeface="Arial" panose="020B0604020202020204" pitchFamily="34" charset="0"/>
                <a:sym typeface="Open Sans"/>
              </a:rPr>
              <a:t>veritatis</a:t>
            </a:r>
            <a:r>
              <a:rPr lang="en-US" sz="1200" dirty="0">
                <a:solidFill>
                  <a:srgbClr val="183158"/>
                </a:solidFill>
                <a:latin typeface="Arial" panose="020B0604020202020204" pitchFamily="34" charset="0"/>
                <a:ea typeface="Open Sans"/>
                <a:cs typeface="Arial" panose="020B0604020202020204" pitchFamily="34" charset="0"/>
                <a:sym typeface="Open Sans"/>
              </a:rPr>
              <a:t> et </a:t>
            </a:r>
            <a:endParaRPr sz="1200" dirty="0">
              <a:solidFill>
                <a:srgbClr val="183158"/>
              </a:solidFill>
              <a:latin typeface="Arial" panose="020B0604020202020204" pitchFamily="34" charset="0"/>
              <a:ea typeface="Open Sans"/>
              <a:cs typeface="Arial" panose="020B0604020202020204" pitchFamily="34" charset="0"/>
              <a:sym typeface="Open Sans"/>
            </a:endParaRPr>
          </a:p>
        </p:txBody>
      </p:sp>
      <p:sp>
        <p:nvSpPr>
          <p:cNvPr id="140" name="Google Shape;140;p9"/>
          <p:cNvSpPr txBox="1"/>
          <p:nvPr/>
        </p:nvSpPr>
        <p:spPr>
          <a:xfrm>
            <a:off x="9392044" y="6604353"/>
            <a:ext cx="2743200" cy="179092"/>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a:solidFill>
                  <a:srgbClr val="06234B"/>
                </a:solidFill>
                <a:latin typeface="Courier New" panose="02070309020205020404" pitchFamily="49" charset="0"/>
                <a:ea typeface="Roboto Mono Light"/>
                <a:cs typeface="Courier New" panose="02070309020205020404" pitchFamily="49" charset="0"/>
                <a:sym typeface="Roboto Mono Light"/>
              </a:rPr>
              <a:t>16</a:t>
            </a:fld>
            <a:endParaRPr sz="900" dirty="0">
              <a:solidFill>
                <a:srgbClr val="06234B"/>
              </a:solidFill>
              <a:latin typeface="Courier New" panose="02070309020205020404" pitchFamily="49" charset="0"/>
              <a:ea typeface="Roboto Mono Light"/>
              <a:cs typeface="Courier New" panose="02070309020205020404" pitchFamily="49" charset="0"/>
              <a:sym typeface="Roboto Mono Light"/>
            </a:endParaRPr>
          </a:p>
        </p:txBody>
      </p:sp>
      <p:pic>
        <p:nvPicPr>
          <p:cNvPr id="142" name="Google Shape;142;p9" descr="A picture containing person, ceiling, indoor, sport&#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084489" y="1011765"/>
            <a:ext cx="3245477" cy="5128236"/>
          </a:xfrm>
          <a:prstGeom prst="rect">
            <a:avLst/>
          </a:prstGeom>
          <a:noFill/>
          <a:ln>
            <a:noFill/>
          </a:ln>
        </p:spPr>
      </p:pic>
      <p:pic>
        <p:nvPicPr>
          <p:cNvPr id="143" name="Google Shape;143;p9" descr="A group of people in a boat&#10;&#10;Description automatically generated with medium confidence"/>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328413" y="1904294"/>
            <a:ext cx="3245477" cy="2162668"/>
          </a:xfrm>
          <a:prstGeom prst="rect">
            <a:avLst/>
          </a:prstGeom>
          <a:noFill/>
          <a:ln>
            <a:noFill/>
          </a:ln>
        </p:spPr>
      </p:pic>
      <p:pic>
        <p:nvPicPr>
          <p:cNvPr id="144" name="Google Shape;144;p9" descr="A close-up of the moon&#10;&#10;Description automatically generated with low confidence"/>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rot="5164995">
            <a:off x="1903816" y="4420160"/>
            <a:ext cx="2131384" cy="58467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8636B86-430B-9A47-B1C1-8802F32E912F}"/>
              </a:ext>
            </a:extLst>
          </p:cNvPr>
          <p:cNvSpPr>
            <a:spLocks noGrp="1"/>
          </p:cNvSpPr>
          <p:nvPr>
            <p:ph type="body" sz="quarter" idx="10"/>
          </p:nvPr>
        </p:nvSpPr>
        <p:spPr/>
        <p:txBody>
          <a:bodyPr/>
          <a:lstStyle/>
          <a:p>
            <a:r>
              <a:rPr lang="en-US" dirty="0"/>
              <a:t>CLOSER </a:t>
            </a:r>
            <a:br>
              <a:rPr lang="en-US" dirty="0"/>
            </a:br>
            <a:r>
              <a:rPr lang="en-US" dirty="0"/>
              <a:t>HERE</a:t>
            </a:r>
          </a:p>
        </p:txBody>
      </p:sp>
    </p:spTree>
    <p:extLst>
      <p:ext uri="{BB962C8B-B14F-4D97-AF65-F5344CB8AC3E}">
        <p14:creationId xmlns:p14="http://schemas.microsoft.com/office/powerpoint/2010/main" val="36885336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63E05-BC7F-8947-88F8-24098E96C095}"/>
              </a:ext>
            </a:extLst>
          </p:cNvPr>
          <p:cNvSpPr>
            <a:spLocks noGrp="1"/>
          </p:cNvSpPr>
          <p:nvPr>
            <p:ph type="ctrTitle"/>
          </p:nvPr>
        </p:nvSpPr>
        <p:spPr>
          <a:xfrm>
            <a:off x="4043314" y="769938"/>
            <a:ext cx="9144000" cy="2387600"/>
          </a:xfrm>
        </p:spPr>
        <p:txBody>
          <a:bodyPr/>
          <a:lstStyle/>
          <a:p>
            <a:r>
              <a:rPr lang="en-US" dirty="0"/>
              <a:t>MINES </a:t>
            </a:r>
            <a:br>
              <a:rPr lang="en-US" dirty="0"/>
            </a:br>
            <a:r>
              <a:rPr lang="en-US" dirty="0"/>
              <a:t>BRANDING</a:t>
            </a:r>
          </a:p>
        </p:txBody>
      </p:sp>
      <p:sp>
        <p:nvSpPr>
          <p:cNvPr id="3" name="Text Placeholder 2">
            <a:extLst>
              <a:ext uri="{FF2B5EF4-FFF2-40B4-BE49-F238E27FC236}">
                <a16:creationId xmlns:a16="http://schemas.microsoft.com/office/drawing/2014/main" id="{8792FFD7-04EE-3445-931D-8BFEE3C50D34}"/>
              </a:ext>
            </a:extLst>
          </p:cNvPr>
          <p:cNvSpPr>
            <a:spLocks noGrp="1"/>
          </p:cNvSpPr>
          <p:nvPr>
            <p:ph type="body" sz="quarter" idx="17"/>
          </p:nvPr>
        </p:nvSpPr>
        <p:spPr/>
        <p:txBody>
          <a:bodyPr/>
          <a:lstStyle/>
          <a:p>
            <a:r>
              <a:rPr lang="en-US" dirty="0"/>
              <a:t>11</a:t>
            </a:r>
          </a:p>
        </p:txBody>
      </p:sp>
      <p:sp>
        <p:nvSpPr>
          <p:cNvPr id="5" name="Text Placeholder 4">
            <a:extLst>
              <a:ext uri="{FF2B5EF4-FFF2-40B4-BE49-F238E27FC236}">
                <a16:creationId xmlns:a16="http://schemas.microsoft.com/office/drawing/2014/main" id="{66806D26-BB8C-C04C-930C-07B96DF07CEC}"/>
              </a:ext>
            </a:extLst>
          </p:cNvPr>
          <p:cNvSpPr>
            <a:spLocks noGrp="1"/>
          </p:cNvSpPr>
          <p:nvPr>
            <p:ph type="body" sz="quarter" idx="18"/>
          </p:nvPr>
        </p:nvSpPr>
        <p:spPr>
          <a:xfrm>
            <a:off x="4043314" y="3509962"/>
            <a:ext cx="7342081" cy="2903537"/>
          </a:xfrm>
        </p:spPr>
        <p:txBody>
          <a:bodyPr/>
          <a:lstStyle/>
          <a:p>
            <a:r>
              <a:rPr lang="en-US" b="1" dirty="0">
                <a:latin typeface="Arial" panose="020B0604020202020204" pitchFamily="34" charset="0"/>
                <a:cs typeface="Arial" panose="020B0604020202020204" pitchFamily="34" charset="0"/>
              </a:rPr>
              <a:t>This PowerPoint template was developed in Fall 2022 using the new master brand design elements. </a:t>
            </a:r>
            <a:r>
              <a:rPr lang="en-US" dirty="0">
                <a:latin typeface="Arial" panose="020B0604020202020204" pitchFamily="34" charset="0"/>
                <a:cs typeface="Arial" panose="020B0604020202020204" pitchFamily="34" charset="0"/>
              </a:rPr>
              <a:t>These elements include updated fonts, brainstorm marks and scraps of paper that can bring life to your presentation. </a:t>
            </a:r>
          </a:p>
          <a:p>
            <a:endParaRPr lang="en-US" dirty="0"/>
          </a:p>
          <a:p>
            <a:r>
              <a:rPr lang="en-US" dirty="0"/>
              <a:t>The brainstorm and environmental texture elements are meant to be used in moderation and shouldn’t be modified outside of the original forms on the next few pages. They can be placed on photos or used to connect text and images in order to add extra depth to the slide. </a:t>
            </a:r>
          </a:p>
        </p:txBody>
      </p:sp>
      <p:pic>
        <p:nvPicPr>
          <p:cNvPr id="9" name="Picture 8">
            <a:extLst>
              <a:ext uri="{FF2B5EF4-FFF2-40B4-BE49-F238E27FC236}">
                <a16:creationId xmlns:a16="http://schemas.microsoft.com/office/drawing/2014/main" id="{FA01FC49-0546-B347-9448-CFA233E5D976}"/>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rot="18842785">
            <a:off x="8131896" y="1842137"/>
            <a:ext cx="1381783" cy="1381783"/>
          </a:xfrm>
          <a:prstGeom prst="rect">
            <a:avLst/>
          </a:prstGeom>
        </p:spPr>
      </p:pic>
      <p:pic>
        <p:nvPicPr>
          <p:cNvPr id="14" name="Picture Placeholder 5">
            <a:extLst>
              <a:ext uri="{FF2B5EF4-FFF2-40B4-BE49-F238E27FC236}">
                <a16:creationId xmlns:a16="http://schemas.microsoft.com/office/drawing/2014/main" id="{C1160411-D712-5F41-B31C-2DBDDF5A47BA}"/>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0" y="0"/>
            <a:ext cx="3759994" cy="6858000"/>
          </a:xfrm>
          <a:prstGeom prst="rect">
            <a:avLst/>
          </a:prstGeom>
        </p:spPr>
      </p:pic>
      <p:cxnSp>
        <p:nvCxnSpPr>
          <p:cNvPr id="16" name="Straight Connector 15">
            <a:extLst>
              <a:ext uri="{FF2B5EF4-FFF2-40B4-BE49-F238E27FC236}">
                <a16:creationId xmlns:a16="http://schemas.microsoft.com/office/drawing/2014/main" id="{DF84E0E9-E727-5D42-B60C-249DEC5D5A0E}"/>
              </a:ext>
            </a:extLst>
          </p:cNvPr>
          <p:cNvCxnSpPr/>
          <p:nvPr/>
        </p:nvCxnSpPr>
        <p:spPr>
          <a:xfrm>
            <a:off x="4181707" y="3076575"/>
            <a:ext cx="4070195" cy="0"/>
          </a:xfrm>
          <a:prstGeom prst="line">
            <a:avLst/>
          </a:prstGeom>
          <a:ln w="101600">
            <a:solidFill>
              <a:srgbClr val="F0F600"/>
            </a:solidFill>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FB4AAB3E-C4DC-0A35-B008-238680929850}"/>
              </a:ext>
            </a:extLst>
          </p:cNvPr>
          <p:cNvSpPr>
            <a:spLocks noGrp="1"/>
          </p:cNvSpPr>
          <p:nvPr>
            <p:ph type="body" sz="quarter" idx="10"/>
          </p:nvPr>
        </p:nvSpPr>
        <p:spPr>
          <a:xfrm>
            <a:off x="4108347" y="1213643"/>
            <a:ext cx="7183438" cy="601663"/>
          </a:xfrm>
        </p:spPr>
        <p:txBody>
          <a:bodyPr/>
          <a:lstStyle/>
          <a:p>
            <a:r>
              <a:rPr lang="en-US" dirty="0"/>
              <a:t>SPRING 2023</a:t>
            </a:r>
          </a:p>
        </p:txBody>
      </p:sp>
    </p:spTree>
    <p:extLst>
      <p:ext uri="{BB962C8B-B14F-4D97-AF65-F5344CB8AC3E}">
        <p14:creationId xmlns:p14="http://schemas.microsoft.com/office/powerpoint/2010/main" val="15078775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17B91AFB-D559-0CDE-BD3F-FBE185CAFE58}"/>
              </a:ext>
            </a:extLst>
          </p:cNvPr>
          <p:cNvSpPr/>
          <p:nvPr/>
        </p:nvSpPr>
        <p:spPr>
          <a:xfrm>
            <a:off x="8555830" y="4702860"/>
            <a:ext cx="3080597" cy="979466"/>
          </a:xfrm>
          <a:prstGeom prst="rect">
            <a:avLst/>
          </a:prstGeom>
          <a:solidFill>
            <a:srgbClr val="21314D"/>
          </a:solidFill>
          <a:ln>
            <a:noFill/>
          </a:ln>
        </p:spPr>
        <p:style>
          <a:lnRef idx="2">
            <a:schemeClr val="accent1">
              <a:shade val="50000"/>
            </a:schemeClr>
          </a:lnRef>
          <a:fillRef idx="1">
            <a:schemeClr val="accent1"/>
          </a:fillRef>
          <a:effectRef idx="0">
            <a:schemeClr val="accent1"/>
          </a:effectRef>
          <a:fontRef idx="minor">
            <a:schemeClr val="lt1"/>
          </a:fontRef>
        </p:style>
        <p:txBody>
          <a:bodyPr lIns="139959" tIns="69980" rIns="139959" bIns="69980" rtlCol="0" anchor="ctr"/>
          <a:lstStyle/>
          <a:p>
            <a:pPr algn="ctr"/>
            <a:endParaRPr lang="en-US" sz="2747">
              <a:solidFill>
                <a:srgbClr val="21314D"/>
              </a:solidFill>
              <a:latin typeface="+mj-lt"/>
            </a:endParaRPr>
          </a:p>
        </p:txBody>
      </p:sp>
      <p:sp>
        <p:nvSpPr>
          <p:cNvPr id="19" name="Rectangle 18">
            <a:extLst>
              <a:ext uri="{FF2B5EF4-FFF2-40B4-BE49-F238E27FC236}">
                <a16:creationId xmlns:a16="http://schemas.microsoft.com/office/drawing/2014/main" id="{D9635B5C-CB07-19FB-5892-E09F70E15F37}"/>
              </a:ext>
            </a:extLst>
          </p:cNvPr>
          <p:cNvSpPr/>
          <p:nvPr/>
        </p:nvSpPr>
        <p:spPr>
          <a:xfrm>
            <a:off x="2543175" y="4157663"/>
            <a:ext cx="2185988" cy="2085975"/>
          </a:xfrm>
          <a:prstGeom prst="rect">
            <a:avLst/>
          </a:prstGeom>
          <a:solidFill>
            <a:srgbClr val="21314D"/>
          </a:solidFill>
          <a:ln>
            <a:noFill/>
          </a:ln>
        </p:spPr>
        <p:style>
          <a:lnRef idx="2">
            <a:schemeClr val="accent1">
              <a:shade val="50000"/>
            </a:schemeClr>
          </a:lnRef>
          <a:fillRef idx="1">
            <a:schemeClr val="accent1"/>
          </a:fillRef>
          <a:effectRef idx="0">
            <a:schemeClr val="accent1"/>
          </a:effectRef>
          <a:fontRef idx="minor">
            <a:schemeClr val="lt1"/>
          </a:fontRef>
        </p:style>
        <p:txBody>
          <a:bodyPr lIns="139959" tIns="69980" rIns="139959" bIns="69980" rtlCol="0" anchor="ctr"/>
          <a:lstStyle/>
          <a:p>
            <a:pPr algn="ctr"/>
            <a:endParaRPr lang="en-US" sz="2747">
              <a:solidFill>
                <a:srgbClr val="21314D"/>
              </a:solidFill>
              <a:latin typeface="+mj-lt"/>
            </a:endParaRPr>
          </a:p>
        </p:txBody>
      </p:sp>
      <p:sp>
        <p:nvSpPr>
          <p:cNvPr id="2" name="Title 1">
            <a:extLst>
              <a:ext uri="{FF2B5EF4-FFF2-40B4-BE49-F238E27FC236}">
                <a16:creationId xmlns:a16="http://schemas.microsoft.com/office/drawing/2014/main" id="{E3663E05-BC7F-8947-88F8-24098E96C095}"/>
              </a:ext>
            </a:extLst>
          </p:cNvPr>
          <p:cNvSpPr>
            <a:spLocks noGrp="1"/>
          </p:cNvSpPr>
          <p:nvPr>
            <p:ph type="ctrTitle"/>
          </p:nvPr>
        </p:nvSpPr>
        <p:spPr>
          <a:xfrm>
            <a:off x="476250" y="-866827"/>
            <a:ext cx="9144000" cy="2387600"/>
          </a:xfrm>
        </p:spPr>
        <p:txBody>
          <a:bodyPr/>
          <a:lstStyle/>
          <a:p>
            <a:r>
              <a:rPr lang="en-US" dirty="0"/>
              <a:t>INSTITUTIONAL MARK</a:t>
            </a:r>
          </a:p>
        </p:txBody>
      </p:sp>
      <p:sp>
        <p:nvSpPr>
          <p:cNvPr id="3" name="Text Placeholder 2">
            <a:extLst>
              <a:ext uri="{FF2B5EF4-FFF2-40B4-BE49-F238E27FC236}">
                <a16:creationId xmlns:a16="http://schemas.microsoft.com/office/drawing/2014/main" id="{8792FFD7-04EE-3445-931D-8BFEE3C50D34}"/>
              </a:ext>
            </a:extLst>
          </p:cNvPr>
          <p:cNvSpPr>
            <a:spLocks noGrp="1"/>
          </p:cNvSpPr>
          <p:nvPr>
            <p:ph type="body" sz="quarter" idx="17"/>
          </p:nvPr>
        </p:nvSpPr>
        <p:spPr/>
        <p:txBody>
          <a:bodyPr/>
          <a:lstStyle/>
          <a:p>
            <a:r>
              <a:rPr lang="en-US" dirty="0"/>
              <a:t>11</a:t>
            </a:r>
          </a:p>
        </p:txBody>
      </p:sp>
      <p:sp>
        <p:nvSpPr>
          <p:cNvPr id="5" name="Text Placeholder 4">
            <a:extLst>
              <a:ext uri="{FF2B5EF4-FFF2-40B4-BE49-F238E27FC236}">
                <a16:creationId xmlns:a16="http://schemas.microsoft.com/office/drawing/2014/main" id="{66806D26-BB8C-C04C-930C-07B96DF07CEC}"/>
              </a:ext>
            </a:extLst>
          </p:cNvPr>
          <p:cNvSpPr>
            <a:spLocks noGrp="1"/>
          </p:cNvSpPr>
          <p:nvPr>
            <p:ph type="body" sz="quarter" idx="18"/>
          </p:nvPr>
        </p:nvSpPr>
        <p:spPr>
          <a:xfrm>
            <a:off x="476250" y="1728789"/>
            <a:ext cx="10796588" cy="1800224"/>
          </a:xfrm>
        </p:spPr>
        <p:txBody>
          <a:bodyPr/>
          <a:lstStyle/>
          <a:p>
            <a:pPr algn="l" fontAlgn="base"/>
            <a:r>
              <a:rPr lang="en-US" b="0" i="0" u="none" strike="noStrike" dirty="0">
                <a:effectLst/>
                <a:latin typeface="+mn-lt"/>
              </a:rPr>
              <a:t>The Colorado School of Mines institutional mark should be primarily used on materials that have a long shelf life or serve as primary recruitment tools for external audiences. Academic and administrative communications and marketing materials should default to this mark.</a:t>
            </a:r>
          </a:p>
          <a:p>
            <a:pPr algn="l" fontAlgn="base"/>
            <a:endParaRPr lang="en-US" b="1" i="0" u="none" strike="noStrike" dirty="0">
              <a:effectLst/>
              <a:latin typeface="Arial" panose="020B0604020202020204" pitchFamily="34" charset="0"/>
              <a:cs typeface="Arial" panose="020B0604020202020204" pitchFamily="34" charset="0"/>
            </a:endParaRPr>
          </a:p>
          <a:p>
            <a:pPr algn="l" fontAlgn="base"/>
            <a:r>
              <a:rPr lang="en-US" b="1" dirty="0">
                <a:latin typeface="Arial" panose="020B0604020202020204" pitchFamily="34" charset="0"/>
                <a:cs typeface="Arial" panose="020B0604020202020204" pitchFamily="34" charset="0"/>
              </a:rPr>
              <a:t>For more information regarding when and how to use the Mines logos, as well as downloads, please visit </a:t>
            </a:r>
            <a:r>
              <a:rPr lang="en-US" b="1" dirty="0" err="1">
                <a:latin typeface="Arial" panose="020B0604020202020204" pitchFamily="34" charset="0"/>
                <a:cs typeface="Arial" panose="020B0604020202020204" pitchFamily="34" charset="0"/>
              </a:rPr>
              <a:t>brand.mines.edu</a:t>
            </a:r>
            <a:r>
              <a:rPr lang="en-US" b="1" dirty="0">
                <a:latin typeface="Arial" panose="020B0604020202020204" pitchFamily="34" charset="0"/>
                <a:cs typeface="Arial" panose="020B0604020202020204" pitchFamily="34" charset="0"/>
              </a:rPr>
              <a:t>. </a:t>
            </a:r>
            <a:endParaRPr lang="en-US" b="1" i="0" u="none" strike="noStrike" dirty="0">
              <a:effectLst/>
              <a:latin typeface="Arial" panose="020B0604020202020204" pitchFamily="34" charset="0"/>
              <a:cs typeface="Arial" panose="020B0604020202020204" pitchFamily="34" charset="0"/>
            </a:endParaRPr>
          </a:p>
        </p:txBody>
      </p:sp>
      <p:cxnSp>
        <p:nvCxnSpPr>
          <p:cNvPr id="16" name="Straight Connector 15">
            <a:extLst>
              <a:ext uri="{FF2B5EF4-FFF2-40B4-BE49-F238E27FC236}">
                <a16:creationId xmlns:a16="http://schemas.microsoft.com/office/drawing/2014/main" id="{DF84E0E9-E727-5D42-B60C-249DEC5D5A0E}"/>
              </a:ext>
            </a:extLst>
          </p:cNvPr>
          <p:cNvCxnSpPr>
            <a:cxnSpLocks/>
          </p:cNvCxnSpPr>
          <p:nvPr/>
        </p:nvCxnSpPr>
        <p:spPr>
          <a:xfrm>
            <a:off x="541283" y="1439810"/>
            <a:ext cx="8617005" cy="0"/>
          </a:xfrm>
          <a:prstGeom prst="line">
            <a:avLst/>
          </a:prstGeom>
          <a:ln w="101600">
            <a:solidFill>
              <a:srgbClr val="F0F600"/>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C6C5EAC6-81B0-2066-B496-D90752C84AD7}"/>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555572" y="4315989"/>
            <a:ext cx="1849716" cy="1753209"/>
          </a:xfrm>
          <a:prstGeom prst="rect">
            <a:avLst/>
          </a:prstGeom>
        </p:spPr>
      </p:pic>
      <p:pic>
        <p:nvPicPr>
          <p:cNvPr id="13" name="Picture 12">
            <a:extLst>
              <a:ext uri="{FF2B5EF4-FFF2-40B4-BE49-F238E27FC236}">
                <a16:creationId xmlns:a16="http://schemas.microsoft.com/office/drawing/2014/main" id="{C479E937-F227-B1C5-AAA3-B8529A9A0B87}"/>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2727272" y="4315989"/>
            <a:ext cx="1849716" cy="1753209"/>
          </a:xfrm>
          <a:prstGeom prst="rect">
            <a:avLst/>
          </a:prstGeom>
        </p:spPr>
      </p:pic>
      <p:pic>
        <p:nvPicPr>
          <p:cNvPr id="17" name="Picture 16">
            <a:extLst>
              <a:ext uri="{FF2B5EF4-FFF2-40B4-BE49-F238E27FC236}">
                <a16:creationId xmlns:a16="http://schemas.microsoft.com/office/drawing/2014/main" id="{91F32A97-BB20-1AF8-0ADF-414D012E35B9}"/>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572958" y="4702860"/>
            <a:ext cx="2681871" cy="979466"/>
          </a:xfrm>
          <a:prstGeom prst="rect">
            <a:avLst/>
          </a:prstGeom>
        </p:spPr>
      </p:pic>
      <p:pic>
        <p:nvPicPr>
          <p:cNvPr id="18" name="Picture 17">
            <a:extLst>
              <a:ext uri="{FF2B5EF4-FFF2-40B4-BE49-F238E27FC236}">
                <a16:creationId xmlns:a16="http://schemas.microsoft.com/office/drawing/2014/main" id="{D21FFF08-2A8E-A095-090A-392706368246}"/>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730495" y="4702860"/>
            <a:ext cx="2681871" cy="979466"/>
          </a:xfrm>
          <a:prstGeom prst="rect">
            <a:avLst/>
          </a:prstGeom>
        </p:spPr>
      </p:pic>
      <p:sp>
        <p:nvSpPr>
          <p:cNvPr id="23" name="Text Placeholder 22">
            <a:extLst>
              <a:ext uri="{FF2B5EF4-FFF2-40B4-BE49-F238E27FC236}">
                <a16:creationId xmlns:a16="http://schemas.microsoft.com/office/drawing/2014/main" id="{81FFE789-D9F7-20BF-46DB-B35B1FAAB8A5}"/>
              </a:ext>
            </a:extLst>
          </p:cNvPr>
          <p:cNvSpPr>
            <a:spLocks noGrp="1"/>
          </p:cNvSpPr>
          <p:nvPr>
            <p:ph type="body" sz="quarter" idx="10"/>
          </p:nvPr>
        </p:nvSpPr>
        <p:spPr/>
        <p:txBody>
          <a:bodyPr/>
          <a:lstStyle/>
          <a:p>
            <a:r>
              <a:rPr lang="en-US" dirty="0"/>
              <a:t>SPRING 2023 LOGOS</a:t>
            </a:r>
          </a:p>
        </p:txBody>
      </p:sp>
    </p:spTree>
    <p:extLst>
      <p:ext uri="{BB962C8B-B14F-4D97-AF65-F5344CB8AC3E}">
        <p14:creationId xmlns:p14="http://schemas.microsoft.com/office/powerpoint/2010/main" val="31931594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17B91AFB-D559-0CDE-BD3F-FBE185CAFE58}"/>
              </a:ext>
            </a:extLst>
          </p:cNvPr>
          <p:cNvSpPr/>
          <p:nvPr/>
        </p:nvSpPr>
        <p:spPr>
          <a:xfrm>
            <a:off x="8555830" y="4702860"/>
            <a:ext cx="3080597" cy="979466"/>
          </a:xfrm>
          <a:prstGeom prst="rect">
            <a:avLst/>
          </a:prstGeom>
          <a:solidFill>
            <a:srgbClr val="21314D"/>
          </a:solidFill>
          <a:ln>
            <a:noFill/>
          </a:ln>
        </p:spPr>
        <p:style>
          <a:lnRef idx="2">
            <a:schemeClr val="accent1">
              <a:shade val="50000"/>
            </a:schemeClr>
          </a:lnRef>
          <a:fillRef idx="1">
            <a:schemeClr val="accent1"/>
          </a:fillRef>
          <a:effectRef idx="0">
            <a:schemeClr val="accent1"/>
          </a:effectRef>
          <a:fontRef idx="minor">
            <a:schemeClr val="lt1"/>
          </a:fontRef>
        </p:style>
        <p:txBody>
          <a:bodyPr lIns="139959" tIns="69980" rIns="139959" bIns="69980" rtlCol="0" anchor="ctr"/>
          <a:lstStyle/>
          <a:p>
            <a:pPr algn="ctr"/>
            <a:endParaRPr lang="en-US" sz="2747">
              <a:solidFill>
                <a:srgbClr val="21314D"/>
              </a:solidFill>
              <a:latin typeface="+mj-lt"/>
            </a:endParaRPr>
          </a:p>
        </p:txBody>
      </p:sp>
      <p:sp>
        <p:nvSpPr>
          <p:cNvPr id="19" name="Rectangle 18">
            <a:extLst>
              <a:ext uri="{FF2B5EF4-FFF2-40B4-BE49-F238E27FC236}">
                <a16:creationId xmlns:a16="http://schemas.microsoft.com/office/drawing/2014/main" id="{D9635B5C-CB07-19FB-5892-E09F70E15F37}"/>
              </a:ext>
            </a:extLst>
          </p:cNvPr>
          <p:cNvSpPr/>
          <p:nvPr/>
        </p:nvSpPr>
        <p:spPr>
          <a:xfrm>
            <a:off x="2543175" y="4157663"/>
            <a:ext cx="2185988" cy="2085975"/>
          </a:xfrm>
          <a:prstGeom prst="rect">
            <a:avLst/>
          </a:prstGeom>
          <a:solidFill>
            <a:srgbClr val="21314D"/>
          </a:solidFill>
          <a:ln>
            <a:noFill/>
          </a:ln>
        </p:spPr>
        <p:style>
          <a:lnRef idx="2">
            <a:schemeClr val="accent1">
              <a:shade val="50000"/>
            </a:schemeClr>
          </a:lnRef>
          <a:fillRef idx="1">
            <a:schemeClr val="accent1"/>
          </a:fillRef>
          <a:effectRef idx="0">
            <a:schemeClr val="accent1"/>
          </a:effectRef>
          <a:fontRef idx="minor">
            <a:schemeClr val="lt1"/>
          </a:fontRef>
        </p:style>
        <p:txBody>
          <a:bodyPr lIns="139959" tIns="69980" rIns="139959" bIns="69980" rtlCol="0" anchor="ctr"/>
          <a:lstStyle/>
          <a:p>
            <a:pPr algn="ctr"/>
            <a:endParaRPr lang="en-US" sz="2747">
              <a:solidFill>
                <a:srgbClr val="21314D"/>
              </a:solidFill>
              <a:latin typeface="+mj-lt"/>
            </a:endParaRPr>
          </a:p>
        </p:txBody>
      </p:sp>
      <p:sp>
        <p:nvSpPr>
          <p:cNvPr id="2" name="Title 1">
            <a:extLst>
              <a:ext uri="{FF2B5EF4-FFF2-40B4-BE49-F238E27FC236}">
                <a16:creationId xmlns:a16="http://schemas.microsoft.com/office/drawing/2014/main" id="{E3663E05-BC7F-8947-88F8-24098E96C095}"/>
              </a:ext>
            </a:extLst>
          </p:cNvPr>
          <p:cNvSpPr>
            <a:spLocks noGrp="1"/>
          </p:cNvSpPr>
          <p:nvPr>
            <p:ph type="ctrTitle"/>
          </p:nvPr>
        </p:nvSpPr>
        <p:spPr>
          <a:xfrm>
            <a:off x="476250" y="-866827"/>
            <a:ext cx="9144000" cy="2387600"/>
          </a:xfrm>
        </p:spPr>
        <p:txBody>
          <a:bodyPr/>
          <a:lstStyle/>
          <a:p>
            <a:r>
              <a:rPr lang="en-US" dirty="0"/>
              <a:t>ANNIVERSARY MARK</a:t>
            </a:r>
          </a:p>
        </p:txBody>
      </p:sp>
      <p:sp>
        <p:nvSpPr>
          <p:cNvPr id="3" name="Text Placeholder 2">
            <a:extLst>
              <a:ext uri="{FF2B5EF4-FFF2-40B4-BE49-F238E27FC236}">
                <a16:creationId xmlns:a16="http://schemas.microsoft.com/office/drawing/2014/main" id="{8792FFD7-04EE-3445-931D-8BFEE3C50D34}"/>
              </a:ext>
            </a:extLst>
          </p:cNvPr>
          <p:cNvSpPr>
            <a:spLocks noGrp="1"/>
          </p:cNvSpPr>
          <p:nvPr>
            <p:ph type="body" sz="quarter" idx="17"/>
          </p:nvPr>
        </p:nvSpPr>
        <p:spPr/>
        <p:txBody>
          <a:bodyPr/>
          <a:lstStyle/>
          <a:p>
            <a:r>
              <a:rPr lang="en-US" dirty="0"/>
              <a:t>11</a:t>
            </a:r>
          </a:p>
        </p:txBody>
      </p:sp>
      <p:sp>
        <p:nvSpPr>
          <p:cNvPr id="5" name="Text Placeholder 4">
            <a:extLst>
              <a:ext uri="{FF2B5EF4-FFF2-40B4-BE49-F238E27FC236}">
                <a16:creationId xmlns:a16="http://schemas.microsoft.com/office/drawing/2014/main" id="{66806D26-BB8C-C04C-930C-07B96DF07CEC}"/>
              </a:ext>
            </a:extLst>
          </p:cNvPr>
          <p:cNvSpPr>
            <a:spLocks noGrp="1"/>
          </p:cNvSpPr>
          <p:nvPr>
            <p:ph type="body" sz="quarter" idx="18"/>
          </p:nvPr>
        </p:nvSpPr>
        <p:spPr>
          <a:xfrm>
            <a:off x="476250" y="1728789"/>
            <a:ext cx="10796588" cy="1800224"/>
          </a:xfrm>
        </p:spPr>
        <p:txBody>
          <a:bodyPr/>
          <a:lstStyle/>
          <a:p>
            <a:pPr algn="l" fontAlgn="base"/>
            <a:r>
              <a:rPr lang="en-US" i="0" u="none" strike="noStrike" dirty="0">
                <a:effectLst/>
                <a:latin typeface="Arial" panose="020B0604020202020204" pitchFamily="34" charset="0"/>
                <a:cs typeface="Arial" panose="020B0604020202020204" pitchFamily="34" charset="0"/>
              </a:rPr>
              <a:t>The MINES@150 anniversary lockup should be used during the anniversary year and when celebrating the institution’s 150th anniversary, such as events, digital spaces, gifts in the form of merchandise and apparel, magazines and publications from spring 2023-fall 2024. </a:t>
            </a:r>
            <a:endParaRPr lang="en-US" dirty="0">
              <a:latin typeface="Arial" panose="020B0604020202020204" pitchFamily="34" charset="0"/>
              <a:cs typeface="Arial" panose="020B0604020202020204" pitchFamily="34" charset="0"/>
            </a:endParaRPr>
          </a:p>
          <a:p>
            <a:pPr algn="l" fontAlgn="base"/>
            <a:endParaRPr lang="en-US" b="1" i="0" u="none" strike="noStrike" dirty="0">
              <a:effectLst/>
              <a:latin typeface="Arial" panose="020B0604020202020204" pitchFamily="34" charset="0"/>
              <a:cs typeface="Arial" panose="020B0604020202020204" pitchFamily="34" charset="0"/>
            </a:endParaRPr>
          </a:p>
          <a:p>
            <a:pPr algn="l" fontAlgn="base"/>
            <a:r>
              <a:rPr lang="en-US" b="1" dirty="0">
                <a:latin typeface="Arial" panose="020B0604020202020204" pitchFamily="34" charset="0"/>
                <a:cs typeface="Arial" panose="020B0604020202020204" pitchFamily="34" charset="0"/>
              </a:rPr>
              <a:t>For more information regarding when and how to use the Mines logos, as well as downloads, please visit </a:t>
            </a:r>
            <a:r>
              <a:rPr lang="en-US" b="1" dirty="0" err="1">
                <a:latin typeface="Arial" panose="020B0604020202020204" pitchFamily="34" charset="0"/>
                <a:cs typeface="Arial" panose="020B0604020202020204" pitchFamily="34" charset="0"/>
              </a:rPr>
              <a:t>brand.mines.edu</a:t>
            </a:r>
            <a:r>
              <a:rPr lang="en-US" b="1" dirty="0">
                <a:latin typeface="Arial" panose="020B0604020202020204" pitchFamily="34" charset="0"/>
                <a:cs typeface="Arial" panose="020B0604020202020204" pitchFamily="34" charset="0"/>
              </a:rPr>
              <a:t>. </a:t>
            </a:r>
            <a:endParaRPr lang="en-US" b="1" i="0" u="none" strike="noStrike" dirty="0">
              <a:effectLst/>
              <a:latin typeface="Arial" panose="020B0604020202020204" pitchFamily="34" charset="0"/>
              <a:cs typeface="Arial" panose="020B0604020202020204" pitchFamily="34" charset="0"/>
            </a:endParaRPr>
          </a:p>
        </p:txBody>
      </p:sp>
      <p:cxnSp>
        <p:nvCxnSpPr>
          <p:cNvPr id="16" name="Straight Connector 15">
            <a:extLst>
              <a:ext uri="{FF2B5EF4-FFF2-40B4-BE49-F238E27FC236}">
                <a16:creationId xmlns:a16="http://schemas.microsoft.com/office/drawing/2014/main" id="{DF84E0E9-E727-5D42-B60C-249DEC5D5A0E}"/>
              </a:ext>
            </a:extLst>
          </p:cNvPr>
          <p:cNvCxnSpPr>
            <a:cxnSpLocks/>
          </p:cNvCxnSpPr>
          <p:nvPr/>
        </p:nvCxnSpPr>
        <p:spPr>
          <a:xfrm>
            <a:off x="541283" y="1439810"/>
            <a:ext cx="8101784" cy="0"/>
          </a:xfrm>
          <a:prstGeom prst="line">
            <a:avLst/>
          </a:prstGeom>
          <a:ln w="101600">
            <a:solidFill>
              <a:srgbClr val="F0F600"/>
            </a:solidFill>
          </a:ln>
        </p:spPr>
        <p:style>
          <a:lnRef idx="1">
            <a:schemeClr val="accent1"/>
          </a:lnRef>
          <a:fillRef idx="0">
            <a:schemeClr val="accent1"/>
          </a:fillRef>
          <a:effectRef idx="0">
            <a:schemeClr val="accent1"/>
          </a:effectRef>
          <a:fontRef idx="minor">
            <a:schemeClr val="tx1"/>
          </a:fontRef>
        </p:style>
      </p:cxnSp>
      <p:pic>
        <p:nvPicPr>
          <p:cNvPr id="8" name="Picture 7" descr="Logo, company name&#10;&#10;Description automatically generated">
            <a:extLst>
              <a:ext uri="{FF2B5EF4-FFF2-40B4-BE49-F238E27FC236}">
                <a16:creationId xmlns:a16="http://schemas.microsoft.com/office/drawing/2014/main" id="{C6C5EAC6-81B0-2066-B496-D90752C84AD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55572" y="4292481"/>
            <a:ext cx="1849716" cy="1800225"/>
          </a:xfrm>
          <a:prstGeom prst="rect">
            <a:avLst/>
          </a:prstGeom>
        </p:spPr>
      </p:pic>
      <p:pic>
        <p:nvPicPr>
          <p:cNvPr id="13" name="Picture 12">
            <a:extLst>
              <a:ext uri="{FF2B5EF4-FFF2-40B4-BE49-F238E27FC236}">
                <a16:creationId xmlns:a16="http://schemas.microsoft.com/office/drawing/2014/main" id="{C479E937-F227-B1C5-AAA3-B8529A9A0B87}"/>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2727272" y="4292481"/>
            <a:ext cx="1849715" cy="1800225"/>
          </a:xfrm>
          <a:prstGeom prst="rect">
            <a:avLst/>
          </a:prstGeom>
        </p:spPr>
      </p:pic>
      <p:pic>
        <p:nvPicPr>
          <p:cNvPr id="17" name="Picture 16" descr="A picture containing text, sign, outdoor&#10;&#10;Description automatically generated">
            <a:extLst>
              <a:ext uri="{FF2B5EF4-FFF2-40B4-BE49-F238E27FC236}">
                <a16:creationId xmlns:a16="http://schemas.microsoft.com/office/drawing/2014/main" id="{91F32A97-BB20-1AF8-0ADF-414D012E35B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70471" y="4702860"/>
            <a:ext cx="2886846" cy="979466"/>
          </a:xfrm>
          <a:prstGeom prst="rect">
            <a:avLst/>
          </a:prstGeom>
        </p:spPr>
      </p:pic>
      <p:pic>
        <p:nvPicPr>
          <p:cNvPr id="18" name="Picture 17">
            <a:extLst>
              <a:ext uri="{FF2B5EF4-FFF2-40B4-BE49-F238E27FC236}">
                <a16:creationId xmlns:a16="http://schemas.microsoft.com/office/drawing/2014/main" id="{D21FFF08-2A8E-A095-090A-392706368246}"/>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628008" y="4740774"/>
            <a:ext cx="2886846" cy="903638"/>
          </a:xfrm>
          <a:prstGeom prst="rect">
            <a:avLst/>
          </a:prstGeom>
        </p:spPr>
      </p:pic>
      <p:sp>
        <p:nvSpPr>
          <p:cNvPr id="7" name="Text Placeholder 6">
            <a:extLst>
              <a:ext uri="{FF2B5EF4-FFF2-40B4-BE49-F238E27FC236}">
                <a16:creationId xmlns:a16="http://schemas.microsoft.com/office/drawing/2014/main" id="{4F4579CA-A2F1-90C5-7B08-EFFF7A7D218D}"/>
              </a:ext>
            </a:extLst>
          </p:cNvPr>
          <p:cNvSpPr>
            <a:spLocks noGrp="1"/>
          </p:cNvSpPr>
          <p:nvPr>
            <p:ph type="body" sz="quarter" idx="10"/>
          </p:nvPr>
        </p:nvSpPr>
        <p:spPr/>
        <p:txBody>
          <a:bodyPr/>
          <a:lstStyle/>
          <a:p>
            <a:r>
              <a:rPr lang="en-US" dirty="0"/>
              <a:t>SPRING 2023 LOGOS</a:t>
            </a:r>
          </a:p>
        </p:txBody>
      </p:sp>
    </p:spTree>
    <p:extLst>
      <p:ext uri="{BB962C8B-B14F-4D97-AF65-F5344CB8AC3E}">
        <p14:creationId xmlns:p14="http://schemas.microsoft.com/office/powerpoint/2010/main" val="32563720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picture containing outdoor, sky, snow, nature&#10;&#10;Description automatically generated">
            <a:extLst>
              <a:ext uri="{FF2B5EF4-FFF2-40B4-BE49-F238E27FC236}">
                <a16:creationId xmlns:a16="http://schemas.microsoft.com/office/drawing/2014/main" id="{5EC65F75-FC0A-7541-97DC-8C15BD538B2F}"/>
              </a:ext>
            </a:extLst>
          </p:cNvPr>
          <p:cNvPicPr>
            <a:picLocks noGrp="1" noChangeAspect="1"/>
          </p:cNvPicPr>
          <p:nvPr>
            <p:ph type="pic" sz="quarter" idx="10"/>
          </p:nvPr>
        </p:nvPicPr>
        <p:blipFill rotWithShape="1">
          <a:blip r:embed="rId2" cstate="screen">
            <a:extLst>
              <a:ext uri="{28A0092B-C50C-407E-A947-70E740481C1C}">
                <a14:useLocalDpi xmlns:a14="http://schemas.microsoft.com/office/drawing/2010/main"/>
              </a:ext>
            </a:extLst>
          </a:blip>
          <a:srcRect/>
          <a:stretch/>
        </p:blipFill>
        <p:spPr>
          <a:xfrm>
            <a:off x="0" y="0"/>
            <a:ext cx="3586163" cy="6858000"/>
          </a:xfrm>
        </p:spPr>
      </p:pic>
      <p:sp>
        <p:nvSpPr>
          <p:cNvPr id="3" name="Text Placeholder 2">
            <a:extLst>
              <a:ext uri="{FF2B5EF4-FFF2-40B4-BE49-F238E27FC236}">
                <a16:creationId xmlns:a16="http://schemas.microsoft.com/office/drawing/2014/main" id="{DAF9A997-980C-054A-8BDB-BCB5366BB8E7}"/>
              </a:ext>
            </a:extLst>
          </p:cNvPr>
          <p:cNvSpPr>
            <a:spLocks noGrp="1"/>
          </p:cNvSpPr>
          <p:nvPr>
            <p:ph type="body" sz="quarter" idx="11"/>
          </p:nvPr>
        </p:nvSpPr>
        <p:spPr>
          <a:xfrm>
            <a:off x="3826042" y="3874930"/>
            <a:ext cx="6652981" cy="2164924"/>
          </a:xfrm>
        </p:spPr>
        <p:txBody>
          <a:bodyPr/>
          <a:lstStyle/>
          <a:p>
            <a:r>
              <a:rPr lang="en-US" sz="4400" dirty="0"/>
              <a:t>EXTRA</a:t>
            </a:r>
            <a:br>
              <a:rPr lang="en-US" sz="4400" dirty="0"/>
            </a:br>
            <a:r>
              <a:rPr lang="en-US" sz="4400" dirty="0"/>
              <a:t>DESIGN ELEMENTS</a:t>
            </a:r>
          </a:p>
        </p:txBody>
      </p:sp>
    </p:spTree>
    <p:extLst>
      <p:ext uri="{BB962C8B-B14F-4D97-AF65-F5344CB8AC3E}">
        <p14:creationId xmlns:p14="http://schemas.microsoft.com/office/powerpoint/2010/main" val="28385355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0266819-5BEE-1348-B6FC-0783EEB1502D}"/>
              </a:ext>
            </a:extLst>
          </p:cNvPr>
          <p:cNvSpPr>
            <a:spLocks noGrp="1"/>
          </p:cNvSpPr>
          <p:nvPr>
            <p:ph type="body" sz="quarter" idx="10"/>
          </p:nvPr>
        </p:nvSpPr>
        <p:spPr/>
        <p:txBody>
          <a:bodyPr/>
          <a:lstStyle/>
          <a:p>
            <a:r>
              <a:rPr lang="en-US" dirty="0"/>
              <a:t>GRAPHIC ELEMENTS</a:t>
            </a:r>
          </a:p>
        </p:txBody>
      </p:sp>
      <p:sp>
        <p:nvSpPr>
          <p:cNvPr id="3" name="Text Placeholder 2">
            <a:extLst>
              <a:ext uri="{FF2B5EF4-FFF2-40B4-BE49-F238E27FC236}">
                <a16:creationId xmlns:a16="http://schemas.microsoft.com/office/drawing/2014/main" id="{C7E5F094-6D45-2148-BEC4-FE9FE0485EBD}"/>
              </a:ext>
            </a:extLst>
          </p:cNvPr>
          <p:cNvSpPr>
            <a:spLocks noGrp="1"/>
          </p:cNvSpPr>
          <p:nvPr>
            <p:ph type="body" sz="quarter" idx="11"/>
          </p:nvPr>
        </p:nvSpPr>
        <p:spPr>
          <a:xfrm>
            <a:off x="168275" y="596141"/>
            <a:ext cx="3573546" cy="1022350"/>
          </a:xfrm>
        </p:spPr>
        <p:txBody>
          <a:bodyPr/>
          <a:lstStyle/>
          <a:p>
            <a:r>
              <a:rPr lang="en-US" sz="3600" dirty="0"/>
              <a:t>Brainstorm marks</a:t>
            </a:r>
          </a:p>
        </p:txBody>
      </p:sp>
      <p:sp>
        <p:nvSpPr>
          <p:cNvPr id="4" name="Text Placeholder 3">
            <a:extLst>
              <a:ext uri="{FF2B5EF4-FFF2-40B4-BE49-F238E27FC236}">
                <a16:creationId xmlns:a16="http://schemas.microsoft.com/office/drawing/2014/main" id="{B855B5A5-ACC1-C34A-8E71-630271059FC6}"/>
              </a:ext>
            </a:extLst>
          </p:cNvPr>
          <p:cNvSpPr>
            <a:spLocks noGrp="1"/>
          </p:cNvSpPr>
          <p:nvPr>
            <p:ph type="body" sz="quarter" idx="12"/>
          </p:nvPr>
        </p:nvSpPr>
        <p:spPr>
          <a:xfrm>
            <a:off x="4295107" y="596141"/>
            <a:ext cx="3573546" cy="1022350"/>
          </a:xfrm>
        </p:spPr>
        <p:txBody>
          <a:bodyPr/>
          <a:lstStyle/>
          <a:p>
            <a:r>
              <a:rPr lang="en-US" sz="3600" dirty="0">
                <a:solidFill>
                  <a:srgbClr val="CC4628"/>
                </a:solidFill>
              </a:rPr>
              <a:t>Environment</a:t>
            </a:r>
            <a:br>
              <a:rPr lang="en-US" sz="3600" dirty="0">
                <a:solidFill>
                  <a:srgbClr val="CC4628"/>
                </a:solidFill>
              </a:rPr>
            </a:br>
            <a:r>
              <a:rPr lang="en-US" sz="3600" dirty="0">
                <a:solidFill>
                  <a:srgbClr val="CC4628"/>
                </a:solidFill>
              </a:rPr>
              <a:t>textures</a:t>
            </a:r>
          </a:p>
        </p:txBody>
      </p:sp>
      <p:sp>
        <p:nvSpPr>
          <p:cNvPr id="6" name="Text Placeholder 5">
            <a:extLst>
              <a:ext uri="{FF2B5EF4-FFF2-40B4-BE49-F238E27FC236}">
                <a16:creationId xmlns:a16="http://schemas.microsoft.com/office/drawing/2014/main" id="{9A5FF2AB-2562-7A45-BDBF-B6D840C37408}"/>
              </a:ext>
            </a:extLst>
          </p:cNvPr>
          <p:cNvSpPr>
            <a:spLocks noGrp="1"/>
          </p:cNvSpPr>
          <p:nvPr>
            <p:ph type="body" sz="quarter" idx="14"/>
          </p:nvPr>
        </p:nvSpPr>
        <p:spPr>
          <a:xfrm>
            <a:off x="168275" y="5781065"/>
            <a:ext cx="3573463" cy="1022350"/>
          </a:xfrm>
        </p:spPr>
        <p:txBody>
          <a:bodyPr/>
          <a:lstStyle/>
          <a:p>
            <a:r>
              <a:rPr lang="en-US" b="0" dirty="0">
                <a:latin typeface="+mn-lt"/>
              </a:rPr>
              <a:t>Copy &amp; paste these elements</a:t>
            </a:r>
            <a:br>
              <a:rPr lang="en-US" b="0" dirty="0">
                <a:latin typeface="+mn-lt"/>
              </a:rPr>
            </a:br>
            <a:r>
              <a:rPr lang="en-US" b="0" dirty="0">
                <a:latin typeface="+mn-lt"/>
              </a:rPr>
              <a:t>on to the slides you are working with.</a:t>
            </a:r>
          </a:p>
        </p:txBody>
      </p:sp>
      <p:sp>
        <p:nvSpPr>
          <p:cNvPr id="7" name="Text Placeholder 6">
            <a:extLst>
              <a:ext uri="{FF2B5EF4-FFF2-40B4-BE49-F238E27FC236}">
                <a16:creationId xmlns:a16="http://schemas.microsoft.com/office/drawing/2014/main" id="{315077C6-FC50-4148-8F42-F91C01997938}"/>
              </a:ext>
            </a:extLst>
          </p:cNvPr>
          <p:cNvSpPr>
            <a:spLocks noGrp="1"/>
          </p:cNvSpPr>
          <p:nvPr>
            <p:ph type="body" sz="quarter" idx="15"/>
          </p:nvPr>
        </p:nvSpPr>
        <p:spPr>
          <a:xfrm>
            <a:off x="4271044" y="5516617"/>
            <a:ext cx="3636594" cy="1022350"/>
          </a:xfrm>
        </p:spPr>
        <p:txBody>
          <a:bodyPr/>
          <a:lstStyle/>
          <a:p>
            <a:r>
              <a:rPr lang="en-US" b="0" dirty="0">
                <a:latin typeface="+mn-lt"/>
              </a:rPr>
              <a:t>These scraps and halftones can be stacked, placed over images or in the corner of documents. Use these in moderation.</a:t>
            </a:r>
          </a:p>
        </p:txBody>
      </p:sp>
      <p:sp>
        <p:nvSpPr>
          <p:cNvPr id="9" name="Text Placeholder 8">
            <a:extLst>
              <a:ext uri="{FF2B5EF4-FFF2-40B4-BE49-F238E27FC236}">
                <a16:creationId xmlns:a16="http://schemas.microsoft.com/office/drawing/2014/main" id="{E66D19FD-A329-0648-BDB4-888451537C32}"/>
              </a:ext>
            </a:extLst>
          </p:cNvPr>
          <p:cNvSpPr>
            <a:spLocks noGrp="1"/>
          </p:cNvSpPr>
          <p:nvPr>
            <p:ph type="body" sz="quarter" idx="17"/>
          </p:nvPr>
        </p:nvSpPr>
        <p:spPr/>
        <p:txBody>
          <a:bodyPr/>
          <a:lstStyle/>
          <a:p>
            <a:r>
              <a:rPr lang="en-US" dirty="0"/>
              <a:t>13</a:t>
            </a:r>
          </a:p>
        </p:txBody>
      </p:sp>
      <p:pic>
        <p:nvPicPr>
          <p:cNvPr id="23" name="Picture 22">
            <a:extLst>
              <a:ext uri="{FF2B5EF4-FFF2-40B4-BE49-F238E27FC236}">
                <a16:creationId xmlns:a16="http://schemas.microsoft.com/office/drawing/2014/main" id="{FC9798A8-0CDA-0440-B5CD-99B06EACAB60}"/>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227859" y="2831860"/>
            <a:ext cx="1022351" cy="1022351"/>
          </a:xfrm>
          <a:prstGeom prst="rect">
            <a:avLst/>
          </a:prstGeom>
        </p:spPr>
      </p:pic>
      <p:pic>
        <p:nvPicPr>
          <p:cNvPr id="25" name="Picture 24" descr="A picture containing arrow&#10;&#10;Description automatically generated">
            <a:extLst>
              <a:ext uri="{FF2B5EF4-FFF2-40B4-BE49-F238E27FC236}">
                <a16:creationId xmlns:a16="http://schemas.microsoft.com/office/drawing/2014/main" id="{B97E954C-38CA-B64C-B88E-6C757E9BEAA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99310" y="2803885"/>
            <a:ext cx="1022351" cy="1022351"/>
          </a:xfrm>
          <a:prstGeom prst="rect">
            <a:avLst/>
          </a:prstGeom>
        </p:spPr>
      </p:pic>
      <p:pic>
        <p:nvPicPr>
          <p:cNvPr id="27" name="Picture 26" descr="A picture containing icon&#10;&#10;Description automatically generated">
            <a:extLst>
              <a:ext uri="{FF2B5EF4-FFF2-40B4-BE49-F238E27FC236}">
                <a16:creationId xmlns:a16="http://schemas.microsoft.com/office/drawing/2014/main" id="{72163116-EC5E-D242-9DED-330BB6561C8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112299" y="1890838"/>
            <a:ext cx="953109" cy="953109"/>
          </a:xfrm>
          <a:prstGeom prst="rect">
            <a:avLst/>
          </a:prstGeom>
        </p:spPr>
      </p:pic>
      <p:pic>
        <p:nvPicPr>
          <p:cNvPr id="29" name="Picture 28" descr="Icon&#10;&#10;Description automatically generated with low confidence">
            <a:extLst>
              <a:ext uri="{FF2B5EF4-FFF2-40B4-BE49-F238E27FC236}">
                <a16:creationId xmlns:a16="http://schemas.microsoft.com/office/drawing/2014/main" id="{A9E33E6A-F749-3B41-B2AF-E4A3097E3FD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41539" y="1962320"/>
            <a:ext cx="953109" cy="953109"/>
          </a:xfrm>
          <a:prstGeom prst="rect">
            <a:avLst/>
          </a:prstGeom>
        </p:spPr>
      </p:pic>
      <p:pic>
        <p:nvPicPr>
          <p:cNvPr id="31" name="Picture 30" descr="A picture containing icon&#10;&#10;Description automatically generated">
            <a:extLst>
              <a:ext uri="{FF2B5EF4-FFF2-40B4-BE49-F238E27FC236}">
                <a16:creationId xmlns:a16="http://schemas.microsoft.com/office/drawing/2014/main" id="{4939C989-3F3D-204E-B8AC-3FD616DBF3F0}"/>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683058" y="1890837"/>
            <a:ext cx="953110" cy="953110"/>
          </a:xfrm>
          <a:prstGeom prst="rect">
            <a:avLst/>
          </a:prstGeom>
        </p:spPr>
      </p:pic>
      <p:pic>
        <p:nvPicPr>
          <p:cNvPr id="33" name="Picture 32" descr="A white letter on a black background&#10;&#10;Description automatically generated with low confidence">
            <a:extLst>
              <a:ext uri="{FF2B5EF4-FFF2-40B4-BE49-F238E27FC236}">
                <a16:creationId xmlns:a16="http://schemas.microsoft.com/office/drawing/2014/main" id="{5432957F-2A59-E043-96F4-FB4A734E3940}"/>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266099" y="1893078"/>
            <a:ext cx="1022351" cy="1022351"/>
          </a:xfrm>
          <a:prstGeom prst="rect">
            <a:avLst/>
          </a:prstGeom>
        </p:spPr>
      </p:pic>
      <p:pic>
        <p:nvPicPr>
          <p:cNvPr id="34" name="Picture 33">
            <a:extLst>
              <a:ext uri="{FF2B5EF4-FFF2-40B4-BE49-F238E27FC236}">
                <a16:creationId xmlns:a16="http://schemas.microsoft.com/office/drawing/2014/main" id="{7884327A-0ED0-D54D-98FB-3DD1F058A86C}"/>
              </a:ext>
            </a:extLst>
          </p:cNvPr>
          <p:cNvPicPr>
            <a:picLocks noChangeAspect="1"/>
          </p:cNvPicPr>
          <p:nvPr/>
        </p:nvPicPr>
        <p:blipFill>
          <a:blip r:embed="rId8" cstate="screen">
            <a:extLst>
              <a:ext uri="{28A0092B-C50C-407E-A947-70E740481C1C}">
                <a14:useLocalDpi xmlns:a14="http://schemas.microsoft.com/office/drawing/2010/main"/>
              </a:ext>
            </a:extLst>
          </a:blip>
          <a:srcRect/>
          <a:stretch/>
        </p:blipFill>
        <p:spPr>
          <a:xfrm>
            <a:off x="1945147" y="2831860"/>
            <a:ext cx="1022351" cy="1022351"/>
          </a:xfrm>
          <a:prstGeom prst="rect">
            <a:avLst/>
          </a:prstGeom>
        </p:spPr>
      </p:pic>
      <p:pic>
        <p:nvPicPr>
          <p:cNvPr id="35" name="Picture 34">
            <a:extLst>
              <a:ext uri="{FF2B5EF4-FFF2-40B4-BE49-F238E27FC236}">
                <a16:creationId xmlns:a16="http://schemas.microsoft.com/office/drawing/2014/main" id="{9F00E3B3-E2A3-9A43-A5AD-8411CA715809}"/>
              </a:ext>
            </a:extLst>
          </p:cNvPr>
          <p:cNvPicPr>
            <a:picLocks noChangeAspect="1"/>
          </p:cNvPicPr>
          <p:nvPr/>
        </p:nvPicPr>
        <p:blipFill>
          <a:blip r:embed="rId9" cstate="screen">
            <a:extLst>
              <a:ext uri="{28A0092B-C50C-407E-A947-70E740481C1C}">
                <a14:useLocalDpi xmlns:a14="http://schemas.microsoft.com/office/drawing/2010/main"/>
              </a:ext>
            </a:extLst>
          </a:blip>
          <a:srcRect/>
          <a:stretch/>
        </p:blipFill>
        <p:spPr>
          <a:xfrm>
            <a:off x="2716598" y="2803885"/>
            <a:ext cx="1022351" cy="1022351"/>
          </a:xfrm>
          <a:prstGeom prst="rect">
            <a:avLst/>
          </a:prstGeom>
        </p:spPr>
      </p:pic>
      <p:pic>
        <p:nvPicPr>
          <p:cNvPr id="36" name="Picture 35">
            <a:extLst>
              <a:ext uri="{FF2B5EF4-FFF2-40B4-BE49-F238E27FC236}">
                <a16:creationId xmlns:a16="http://schemas.microsoft.com/office/drawing/2014/main" id="{17DBF7CA-DEE4-3D4F-A6EE-8A39F7FF6D13}"/>
              </a:ext>
            </a:extLst>
          </p:cNvPr>
          <p:cNvPicPr>
            <a:picLocks noChangeAspect="1"/>
          </p:cNvPicPr>
          <p:nvPr/>
        </p:nvPicPr>
        <p:blipFill>
          <a:blip r:embed="rId10" cstate="screen">
            <a:extLst>
              <a:ext uri="{28A0092B-C50C-407E-A947-70E740481C1C}">
                <a14:useLocalDpi xmlns:a14="http://schemas.microsoft.com/office/drawing/2010/main"/>
              </a:ext>
            </a:extLst>
          </a:blip>
          <a:srcRect/>
          <a:stretch/>
        </p:blipFill>
        <p:spPr>
          <a:xfrm>
            <a:off x="227859" y="3782319"/>
            <a:ext cx="1022351" cy="1022351"/>
          </a:xfrm>
          <a:prstGeom prst="rect">
            <a:avLst/>
          </a:prstGeom>
        </p:spPr>
      </p:pic>
      <p:pic>
        <p:nvPicPr>
          <p:cNvPr id="37" name="Picture 36">
            <a:extLst>
              <a:ext uri="{FF2B5EF4-FFF2-40B4-BE49-F238E27FC236}">
                <a16:creationId xmlns:a16="http://schemas.microsoft.com/office/drawing/2014/main" id="{685B4F7C-AC6A-AE4D-B276-AA42F039BD0F}"/>
              </a:ext>
            </a:extLst>
          </p:cNvPr>
          <p:cNvPicPr>
            <a:picLocks noChangeAspect="1"/>
          </p:cNvPicPr>
          <p:nvPr/>
        </p:nvPicPr>
        <p:blipFill>
          <a:blip r:embed="rId11" cstate="screen">
            <a:extLst>
              <a:ext uri="{28A0092B-C50C-407E-A947-70E740481C1C}">
                <a14:useLocalDpi xmlns:a14="http://schemas.microsoft.com/office/drawing/2010/main"/>
              </a:ext>
            </a:extLst>
          </a:blip>
          <a:srcRect/>
          <a:stretch/>
        </p:blipFill>
        <p:spPr>
          <a:xfrm>
            <a:off x="1121384" y="3754344"/>
            <a:ext cx="1022351" cy="1022351"/>
          </a:xfrm>
          <a:prstGeom prst="rect">
            <a:avLst/>
          </a:prstGeom>
        </p:spPr>
      </p:pic>
      <p:pic>
        <p:nvPicPr>
          <p:cNvPr id="38" name="Picture 37">
            <a:extLst>
              <a:ext uri="{FF2B5EF4-FFF2-40B4-BE49-F238E27FC236}">
                <a16:creationId xmlns:a16="http://schemas.microsoft.com/office/drawing/2014/main" id="{AF0B9ECC-DE4B-0446-B53C-2B6FB4A94048}"/>
              </a:ext>
            </a:extLst>
          </p:cNvPr>
          <p:cNvPicPr>
            <a:picLocks noChangeAspect="1"/>
          </p:cNvPicPr>
          <p:nvPr/>
        </p:nvPicPr>
        <p:blipFill>
          <a:blip r:embed="rId12" cstate="screen">
            <a:extLst>
              <a:ext uri="{28A0092B-C50C-407E-A947-70E740481C1C}">
                <a14:useLocalDpi xmlns:a14="http://schemas.microsoft.com/office/drawing/2010/main"/>
              </a:ext>
            </a:extLst>
          </a:blip>
          <a:srcRect/>
          <a:stretch/>
        </p:blipFill>
        <p:spPr>
          <a:xfrm>
            <a:off x="1945147" y="3782319"/>
            <a:ext cx="1022351" cy="1022351"/>
          </a:xfrm>
          <a:prstGeom prst="rect">
            <a:avLst/>
          </a:prstGeom>
        </p:spPr>
      </p:pic>
      <p:pic>
        <p:nvPicPr>
          <p:cNvPr id="39" name="Picture 38">
            <a:extLst>
              <a:ext uri="{FF2B5EF4-FFF2-40B4-BE49-F238E27FC236}">
                <a16:creationId xmlns:a16="http://schemas.microsoft.com/office/drawing/2014/main" id="{F36B66CE-87DB-C24E-A421-BC0778A861F1}"/>
              </a:ext>
            </a:extLst>
          </p:cNvPr>
          <p:cNvPicPr>
            <a:picLocks noChangeAspect="1"/>
          </p:cNvPicPr>
          <p:nvPr/>
        </p:nvPicPr>
        <p:blipFill>
          <a:blip r:embed="rId13" cstate="screen">
            <a:extLst>
              <a:ext uri="{28A0092B-C50C-407E-A947-70E740481C1C}">
                <a14:useLocalDpi xmlns:a14="http://schemas.microsoft.com/office/drawing/2010/main"/>
              </a:ext>
            </a:extLst>
          </a:blip>
          <a:srcRect/>
          <a:stretch/>
        </p:blipFill>
        <p:spPr>
          <a:xfrm>
            <a:off x="2908107" y="3997392"/>
            <a:ext cx="519546" cy="519546"/>
          </a:xfrm>
          <a:prstGeom prst="rect">
            <a:avLst/>
          </a:prstGeom>
        </p:spPr>
      </p:pic>
      <p:pic>
        <p:nvPicPr>
          <p:cNvPr id="40" name="Picture 39">
            <a:extLst>
              <a:ext uri="{FF2B5EF4-FFF2-40B4-BE49-F238E27FC236}">
                <a16:creationId xmlns:a16="http://schemas.microsoft.com/office/drawing/2014/main" id="{1957C561-78C5-B145-9AB1-CADD6205AE07}"/>
              </a:ext>
            </a:extLst>
          </p:cNvPr>
          <p:cNvPicPr>
            <a:picLocks noChangeAspect="1"/>
          </p:cNvPicPr>
          <p:nvPr/>
        </p:nvPicPr>
        <p:blipFill>
          <a:blip r:embed="rId14" cstate="screen">
            <a:extLst>
              <a:ext uri="{28A0092B-C50C-407E-A947-70E740481C1C}">
                <a14:useLocalDpi xmlns:a14="http://schemas.microsoft.com/office/drawing/2010/main"/>
              </a:ext>
            </a:extLst>
          </a:blip>
          <a:srcRect/>
          <a:stretch/>
        </p:blipFill>
        <p:spPr>
          <a:xfrm>
            <a:off x="39123" y="4702764"/>
            <a:ext cx="1022351" cy="1022351"/>
          </a:xfrm>
          <a:prstGeom prst="rect">
            <a:avLst/>
          </a:prstGeom>
        </p:spPr>
      </p:pic>
      <p:pic>
        <p:nvPicPr>
          <p:cNvPr id="41" name="Picture 40">
            <a:extLst>
              <a:ext uri="{FF2B5EF4-FFF2-40B4-BE49-F238E27FC236}">
                <a16:creationId xmlns:a16="http://schemas.microsoft.com/office/drawing/2014/main" id="{F16B75AE-4000-674D-8DF2-1890AD6CD545}"/>
              </a:ext>
            </a:extLst>
          </p:cNvPr>
          <p:cNvPicPr>
            <a:picLocks noChangeAspect="1"/>
          </p:cNvPicPr>
          <p:nvPr/>
        </p:nvPicPr>
        <p:blipFill>
          <a:blip r:embed="rId15" cstate="screen">
            <a:extLst>
              <a:ext uri="{28A0092B-C50C-407E-A947-70E740481C1C}">
                <a14:useLocalDpi xmlns:a14="http://schemas.microsoft.com/office/drawing/2010/main"/>
              </a:ext>
            </a:extLst>
          </a:blip>
          <a:srcRect/>
          <a:stretch/>
        </p:blipFill>
        <p:spPr>
          <a:xfrm>
            <a:off x="932648" y="4674789"/>
            <a:ext cx="1022351" cy="1022351"/>
          </a:xfrm>
          <a:prstGeom prst="rect">
            <a:avLst/>
          </a:prstGeom>
        </p:spPr>
      </p:pic>
      <p:pic>
        <p:nvPicPr>
          <p:cNvPr id="42" name="Picture 41">
            <a:extLst>
              <a:ext uri="{FF2B5EF4-FFF2-40B4-BE49-F238E27FC236}">
                <a16:creationId xmlns:a16="http://schemas.microsoft.com/office/drawing/2014/main" id="{BFE8DF00-71C7-5D4F-877F-0171AE1AF2A0}"/>
              </a:ext>
            </a:extLst>
          </p:cNvPr>
          <p:cNvPicPr>
            <a:picLocks noChangeAspect="1"/>
          </p:cNvPicPr>
          <p:nvPr/>
        </p:nvPicPr>
        <p:blipFill>
          <a:blip r:embed="rId16" cstate="screen">
            <a:extLst>
              <a:ext uri="{28A0092B-C50C-407E-A947-70E740481C1C}">
                <a14:useLocalDpi xmlns:a14="http://schemas.microsoft.com/office/drawing/2010/main"/>
              </a:ext>
            </a:extLst>
          </a:blip>
          <a:srcRect/>
          <a:stretch/>
        </p:blipFill>
        <p:spPr>
          <a:xfrm>
            <a:off x="1945147" y="4702764"/>
            <a:ext cx="1022351" cy="1022351"/>
          </a:xfrm>
          <a:prstGeom prst="rect">
            <a:avLst/>
          </a:prstGeom>
        </p:spPr>
      </p:pic>
      <p:pic>
        <p:nvPicPr>
          <p:cNvPr id="43" name="Picture 42">
            <a:extLst>
              <a:ext uri="{FF2B5EF4-FFF2-40B4-BE49-F238E27FC236}">
                <a16:creationId xmlns:a16="http://schemas.microsoft.com/office/drawing/2014/main" id="{790E4814-895F-E048-A8E4-FF46D359A0FF}"/>
              </a:ext>
            </a:extLst>
          </p:cNvPr>
          <p:cNvPicPr>
            <a:picLocks noChangeAspect="1"/>
          </p:cNvPicPr>
          <p:nvPr/>
        </p:nvPicPr>
        <p:blipFill>
          <a:blip r:embed="rId17" cstate="screen">
            <a:extLst>
              <a:ext uri="{28A0092B-C50C-407E-A947-70E740481C1C}">
                <a14:useLocalDpi xmlns:a14="http://schemas.microsoft.com/office/drawing/2010/main"/>
              </a:ext>
            </a:extLst>
          </a:blip>
          <a:srcRect/>
          <a:stretch/>
        </p:blipFill>
        <p:spPr>
          <a:xfrm>
            <a:off x="2716598" y="4674789"/>
            <a:ext cx="1022351" cy="1022351"/>
          </a:xfrm>
          <a:prstGeom prst="rect">
            <a:avLst/>
          </a:prstGeom>
        </p:spPr>
      </p:pic>
      <p:pic>
        <p:nvPicPr>
          <p:cNvPr id="44" name="Google Shape;27;p17" descr="Shape&#10;&#10;Description automatically generated with low confidence">
            <a:extLst>
              <a:ext uri="{FF2B5EF4-FFF2-40B4-BE49-F238E27FC236}">
                <a16:creationId xmlns:a16="http://schemas.microsoft.com/office/drawing/2014/main" id="{2233069E-D009-7A46-8491-F096C7EA65AD}"/>
              </a:ext>
            </a:extLst>
          </p:cNvPr>
          <p:cNvPicPr preferRelativeResize="0"/>
          <p:nvPr/>
        </p:nvPicPr>
        <p:blipFill rotWithShape="1">
          <a:blip r:embed="rId18" cstate="screen">
            <a:alphaModFix/>
            <a:extLst>
              <a:ext uri="{28A0092B-C50C-407E-A947-70E740481C1C}">
                <a14:useLocalDpi xmlns:a14="http://schemas.microsoft.com/office/drawing/2010/main"/>
              </a:ext>
            </a:extLst>
          </a:blip>
          <a:srcRect b="-2"/>
          <a:stretch/>
        </p:blipFill>
        <p:spPr>
          <a:xfrm>
            <a:off x="5586376" y="2305169"/>
            <a:ext cx="601683" cy="1549329"/>
          </a:xfrm>
          <a:prstGeom prst="rect">
            <a:avLst/>
          </a:prstGeom>
          <a:noFill/>
          <a:ln>
            <a:noFill/>
          </a:ln>
        </p:spPr>
      </p:pic>
      <p:pic>
        <p:nvPicPr>
          <p:cNvPr id="45" name="Google Shape;28;p17">
            <a:extLst>
              <a:ext uri="{FF2B5EF4-FFF2-40B4-BE49-F238E27FC236}">
                <a16:creationId xmlns:a16="http://schemas.microsoft.com/office/drawing/2014/main" id="{46316FAB-FD35-FC45-96EA-0FE27A5B0E12}"/>
              </a:ext>
            </a:extLst>
          </p:cNvPr>
          <p:cNvPicPr preferRelativeResize="0"/>
          <p:nvPr/>
        </p:nvPicPr>
        <p:blipFill rotWithShape="1">
          <a:blip r:embed="rId19" cstate="screen">
            <a:alphaModFix/>
            <a:extLst>
              <a:ext uri="{28A0092B-C50C-407E-A947-70E740481C1C}">
                <a14:useLocalDpi xmlns:a14="http://schemas.microsoft.com/office/drawing/2010/main"/>
              </a:ext>
            </a:extLst>
          </a:blip>
          <a:srcRect/>
          <a:stretch/>
        </p:blipFill>
        <p:spPr>
          <a:xfrm>
            <a:off x="5011965" y="2290004"/>
            <a:ext cx="354524" cy="1371601"/>
          </a:xfrm>
          <a:prstGeom prst="rect">
            <a:avLst/>
          </a:prstGeom>
          <a:noFill/>
          <a:ln>
            <a:noFill/>
          </a:ln>
        </p:spPr>
      </p:pic>
      <p:pic>
        <p:nvPicPr>
          <p:cNvPr id="46" name="Google Shape;29;p17" descr="A picture containing shoji, window, standing&#10;&#10;Description automatically generated">
            <a:extLst>
              <a:ext uri="{FF2B5EF4-FFF2-40B4-BE49-F238E27FC236}">
                <a16:creationId xmlns:a16="http://schemas.microsoft.com/office/drawing/2014/main" id="{ACE42B5E-281F-AF46-9C3C-5494E45DE1ED}"/>
              </a:ext>
            </a:extLst>
          </p:cNvPr>
          <p:cNvPicPr preferRelativeResize="0"/>
          <p:nvPr/>
        </p:nvPicPr>
        <p:blipFill rotWithShape="1">
          <a:blip r:embed="rId20" cstate="screen">
            <a:alphaModFix/>
            <a:extLst>
              <a:ext uri="{28A0092B-C50C-407E-A947-70E740481C1C}">
                <a14:useLocalDpi xmlns:a14="http://schemas.microsoft.com/office/drawing/2010/main"/>
              </a:ext>
            </a:extLst>
          </a:blip>
          <a:srcRect/>
          <a:stretch/>
        </p:blipFill>
        <p:spPr>
          <a:xfrm rot="16200000" flipH="1">
            <a:off x="3563501" y="2924212"/>
            <a:ext cx="1834535" cy="531928"/>
          </a:xfrm>
          <a:prstGeom prst="rect">
            <a:avLst/>
          </a:prstGeom>
          <a:noFill/>
          <a:ln>
            <a:noFill/>
          </a:ln>
        </p:spPr>
      </p:pic>
      <p:pic>
        <p:nvPicPr>
          <p:cNvPr id="47" name="Google Shape;27;p17">
            <a:extLst>
              <a:ext uri="{FF2B5EF4-FFF2-40B4-BE49-F238E27FC236}">
                <a16:creationId xmlns:a16="http://schemas.microsoft.com/office/drawing/2014/main" id="{8DD7F0F5-F0D8-E04B-8DFF-12EF6426A63B}"/>
              </a:ext>
            </a:extLst>
          </p:cNvPr>
          <p:cNvPicPr preferRelativeResize="0"/>
          <p:nvPr/>
        </p:nvPicPr>
        <p:blipFill>
          <a:blip r:embed="rId21" cstate="screen">
            <a:extLst>
              <a:ext uri="{28A0092B-C50C-407E-A947-70E740481C1C}">
                <a14:useLocalDpi xmlns:a14="http://schemas.microsoft.com/office/drawing/2010/main"/>
              </a:ext>
            </a:extLst>
          </a:blip>
          <a:srcRect/>
          <a:stretch/>
        </p:blipFill>
        <p:spPr>
          <a:xfrm>
            <a:off x="6527917" y="2305169"/>
            <a:ext cx="601683" cy="1549329"/>
          </a:xfrm>
          <a:prstGeom prst="rect">
            <a:avLst/>
          </a:prstGeom>
          <a:noFill/>
          <a:ln>
            <a:noFill/>
          </a:ln>
        </p:spPr>
      </p:pic>
      <p:pic>
        <p:nvPicPr>
          <p:cNvPr id="48" name="Google Shape;28;p17">
            <a:extLst>
              <a:ext uri="{FF2B5EF4-FFF2-40B4-BE49-F238E27FC236}">
                <a16:creationId xmlns:a16="http://schemas.microsoft.com/office/drawing/2014/main" id="{B7339CB4-0C0F-E94F-A1F0-4B1B3542D094}"/>
              </a:ext>
            </a:extLst>
          </p:cNvPr>
          <p:cNvPicPr preferRelativeResize="0"/>
          <p:nvPr/>
        </p:nvPicPr>
        <p:blipFill>
          <a:blip r:embed="rId22" cstate="screen">
            <a:extLst>
              <a:ext uri="{28A0092B-C50C-407E-A947-70E740481C1C}">
                <a14:useLocalDpi xmlns:a14="http://schemas.microsoft.com/office/drawing/2010/main"/>
              </a:ext>
            </a:extLst>
          </a:blip>
          <a:srcRect/>
          <a:stretch/>
        </p:blipFill>
        <p:spPr>
          <a:xfrm>
            <a:off x="7421680" y="2290004"/>
            <a:ext cx="601682" cy="2093189"/>
          </a:xfrm>
          <a:prstGeom prst="rect">
            <a:avLst/>
          </a:prstGeom>
          <a:noFill/>
          <a:ln>
            <a:noFill/>
          </a:ln>
        </p:spPr>
      </p:pic>
      <p:pic>
        <p:nvPicPr>
          <p:cNvPr id="49" name="Google Shape;27;p17">
            <a:extLst>
              <a:ext uri="{FF2B5EF4-FFF2-40B4-BE49-F238E27FC236}">
                <a16:creationId xmlns:a16="http://schemas.microsoft.com/office/drawing/2014/main" id="{00163C26-2470-E64A-A5E9-D246F7FA21C8}"/>
              </a:ext>
            </a:extLst>
          </p:cNvPr>
          <p:cNvPicPr preferRelativeResize="0"/>
          <p:nvPr/>
        </p:nvPicPr>
        <p:blipFill>
          <a:blip r:embed="rId23" cstate="screen">
            <a:extLst>
              <a:ext uri="{28A0092B-C50C-407E-A947-70E740481C1C}">
                <a14:useLocalDpi xmlns:a14="http://schemas.microsoft.com/office/drawing/2010/main"/>
              </a:ext>
            </a:extLst>
          </a:blip>
          <a:srcRect l="24871" r="24871"/>
          <a:stretch/>
        </p:blipFill>
        <p:spPr>
          <a:xfrm rot="5400000">
            <a:off x="4672927" y="4050738"/>
            <a:ext cx="601683" cy="1549329"/>
          </a:xfrm>
          <a:prstGeom prst="rect">
            <a:avLst/>
          </a:prstGeom>
          <a:noFill/>
          <a:ln>
            <a:noFill/>
          </a:ln>
        </p:spPr>
      </p:pic>
      <p:pic>
        <p:nvPicPr>
          <p:cNvPr id="50" name="Google Shape;27;p17">
            <a:extLst>
              <a:ext uri="{FF2B5EF4-FFF2-40B4-BE49-F238E27FC236}">
                <a16:creationId xmlns:a16="http://schemas.microsoft.com/office/drawing/2014/main" id="{5274395D-51A5-1646-902B-63B3B4F177EF}"/>
              </a:ext>
            </a:extLst>
          </p:cNvPr>
          <p:cNvPicPr preferRelativeResize="0"/>
          <p:nvPr/>
        </p:nvPicPr>
        <p:blipFill rotWithShape="1">
          <a:blip r:embed="rId24" cstate="screen">
            <a:extLst>
              <a:ext uri="{28A0092B-C50C-407E-A947-70E740481C1C}">
                <a14:useLocalDpi xmlns:a14="http://schemas.microsoft.com/office/drawing/2010/main"/>
              </a:ext>
            </a:extLst>
          </a:blip>
          <a:srcRect/>
          <a:stretch/>
        </p:blipFill>
        <p:spPr>
          <a:xfrm rot="5400000">
            <a:off x="6721478" y="3788921"/>
            <a:ext cx="601684" cy="2057719"/>
          </a:xfrm>
          <a:prstGeom prst="rect">
            <a:avLst/>
          </a:prstGeom>
          <a:noFill/>
          <a:ln>
            <a:noFill/>
          </a:ln>
        </p:spPr>
      </p:pic>
      <p:sp>
        <p:nvSpPr>
          <p:cNvPr id="67" name="Text Placeholder 2">
            <a:extLst>
              <a:ext uri="{FF2B5EF4-FFF2-40B4-BE49-F238E27FC236}">
                <a16:creationId xmlns:a16="http://schemas.microsoft.com/office/drawing/2014/main" id="{62C7A7BC-7316-4A4A-8F97-D819E350FECC}"/>
              </a:ext>
            </a:extLst>
          </p:cNvPr>
          <p:cNvSpPr txBox="1">
            <a:spLocks/>
          </p:cNvSpPr>
          <p:nvPr/>
        </p:nvSpPr>
        <p:spPr>
          <a:xfrm>
            <a:off x="8421939" y="748541"/>
            <a:ext cx="3573546" cy="1022350"/>
          </a:xfrm>
          <a:prstGeom prst="rect">
            <a:avLst/>
          </a:prstGeom>
        </p:spPr>
        <p:txBody>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6000" b="1" i="0" u="none" strike="noStrike" cap="none">
                <a:solidFill>
                  <a:srgbClr val="183158"/>
                </a:solidFill>
                <a:latin typeface="Arial Black" panose="020B0604020202020204" pitchFamily="34" charset="0"/>
                <a:ea typeface="Arial"/>
                <a:cs typeface="Arial Black" panose="020B0604020202020204" pitchFamily="34" charset="0"/>
                <a:sym typeface="Arial"/>
              </a:defRPr>
            </a:lvl1pPr>
            <a:lvl2pPr marR="0" lvl="1" algn="ctr" rtl="0">
              <a:lnSpc>
                <a:spcPct val="100000"/>
              </a:lnSpc>
              <a:spcBef>
                <a:spcPts val="0"/>
              </a:spcBef>
              <a:spcAft>
                <a:spcPts val="0"/>
              </a:spcAft>
              <a:buClr>
                <a:srgbClr val="000000"/>
              </a:buClr>
              <a:buFont typeface="Arial"/>
              <a:defRPr sz="6000" b="1" i="0" u="none" strike="noStrike" cap="none">
                <a:solidFill>
                  <a:srgbClr val="000000"/>
                </a:solidFill>
                <a:latin typeface="Arial Black" panose="020B0604020202020204" pitchFamily="34" charset="0"/>
                <a:ea typeface="Arial"/>
                <a:cs typeface="Arial Black" panose="020B0604020202020204" pitchFamily="34" charset="0"/>
                <a:sym typeface="Arial"/>
              </a:defRPr>
            </a:lvl2pPr>
            <a:lvl3pPr marR="0" lvl="2" algn="ctr" rtl="0">
              <a:lnSpc>
                <a:spcPct val="100000"/>
              </a:lnSpc>
              <a:spcBef>
                <a:spcPts val="0"/>
              </a:spcBef>
              <a:spcAft>
                <a:spcPts val="0"/>
              </a:spcAft>
              <a:buClr>
                <a:srgbClr val="000000"/>
              </a:buClr>
              <a:buFont typeface="Arial"/>
              <a:defRPr sz="6000" b="1" i="0" u="none" strike="noStrike" cap="none">
                <a:solidFill>
                  <a:srgbClr val="000000"/>
                </a:solidFill>
                <a:latin typeface="Arial Black" panose="020B0604020202020204" pitchFamily="34" charset="0"/>
                <a:ea typeface="Arial"/>
                <a:cs typeface="Arial Black" panose="020B0604020202020204" pitchFamily="34" charset="0"/>
                <a:sym typeface="Arial"/>
              </a:defRPr>
            </a:lvl3pPr>
            <a:lvl4pPr marR="0" lvl="3" algn="ctr" rtl="0">
              <a:lnSpc>
                <a:spcPct val="100000"/>
              </a:lnSpc>
              <a:spcBef>
                <a:spcPts val="0"/>
              </a:spcBef>
              <a:spcAft>
                <a:spcPts val="0"/>
              </a:spcAft>
              <a:buClr>
                <a:srgbClr val="000000"/>
              </a:buClr>
              <a:buFont typeface="Arial"/>
              <a:defRPr sz="6000" b="1" i="0" u="none" strike="noStrike" cap="none">
                <a:solidFill>
                  <a:srgbClr val="000000"/>
                </a:solidFill>
                <a:latin typeface="Arial Black" panose="020B0604020202020204" pitchFamily="34" charset="0"/>
                <a:ea typeface="Arial"/>
                <a:cs typeface="Arial Black" panose="020B0604020202020204" pitchFamily="34" charset="0"/>
                <a:sym typeface="Arial"/>
              </a:defRPr>
            </a:lvl4pPr>
            <a:lvl5pPr marR="0" lvl="4" algn="ctr" rtl="0">
              <a:lnSpc>
                <a:spcPct val="100000"/>
              </a:lnSpc>
              <a:spcBef>
                <a:spcPts val="0"/>
              </a:spcBef>
              <a:spcAft>
                <a:spcPts val="0"/>
              </a:spcAft>
              <a:buClr>
                <a:srgbClr val="000000"/>
              </a:buClr>
              <a:buFont typeface="Arial"/>
              <a:defRPr sz="6000" b="1" i="0" u="none" strike="noStrike" cap="none">
                <a:solidFill>
                  <a:srgbClr val="000000"/>
                </a:solidFill>
                <a:latin typeface="Arial Black" panose="020B0604020202020204" pitchFamily="34" charset="0"/>
                <a:ea typeface="Arial"/>
                <a:cs typeface="Arial Black" panose="020B0604020202020204" pitchFamily="34" charset="0"/>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600" dirty="0" err="1"/>
              <a:t>Reuleaux</a:t>
            </a:r>
            <a:endParaRPr lang="en-US" sz="3600" dirty="0"/>
          </a:p>
        </p:txBody>
      </p:sp>
      <p:sp>
        <p:nvSpPr>
          <p:cNvPr id="68" name="Text Placeholder 7">
            <a:extLst>
              <a:ext uri="{FF2B5EF4-FFF2-40B4-BE49-F238E27FC236}">
                <a16:creationId xmlns:a16="http://schemas.microsoft.com/office/drawing/2014/main" id="{1FCBADC8-4B2D-BC45-BD3E-4C31E789AD0B}"/>
              </a:ext>
            </a:extLst>
          </p:cNvPr>
          <p:cNvSpPr txBox="1">
            <a:spLocks/>
          </p:cNvSpPr>
          <p:nvPr/>
        </p:nvSpPr>
        <p:spPr>
          <a:xfrm>
            <a:off x="8325828" y="3647695"/>
            <a:ext cx="3636594" cy="1022350"/>
          </a:xfrm>
          <a:prstGeom prst="rect">
            <a:avLst/>
          </a:prstGeom>
        </p:spPr>
        <p:txBody>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1400" b="1" i="0" u="none" strike="noStrike" cap="none">
                <a:solidFill>
                  <a:srgbClr val="183158"/>
                </a:solidFill>
                <a:latin typeface="Courier New" panose="02070309020205020404" pitchFamily="49" charset="0"/>
                <a:ea typeface="Arial"/>
                <a:cs typeface="Courier New" panose="02070309020205020404" pitchFamily="49" charset="0"/>
                <a:sym typeface="Arial"/>
              </a:defRPr>
            </a:lvl1pPr>
            <a:lvl2pPr marR="0" lvl="1" algn="ctr" rtl="0">
              <a:lnSpc>
                <a:spcPct val="100000"/>
              </a:lnSpc>
              <a:spcBef>
                <a:spcPts val="0"/>
              </a:spcBef>
              <a:spcAft>
                <a:spcPts val="0"/>
              </a:spcAft>
              <a:buClr>
                <a:srgbClr val="000000"/>
              </a:buClr>
              <a:buFont typeface="Arial"/>
              <a:defRPr sz="1400" b="1" i="0" u="none" strike="noStrike" cap="none">
                <a:solidFill>
                  <a:srgbClr val="183158"/>
                </a:solidFill>
                <a:latin typeface="Courier New" panose="02070309020205020404" pitchFamily="49" charset="0"/>
                <a:ea typeface="Arial"/>
                <a:cs typeface="Courier New" panose="02070309020205020404" pitchFamily="49" charset="0"/>
                <a:sym typeface="Arial"/>
              </a:defRPr>
            </a:lvl2pPr>
            <a:lvl3pPr marR="0" lvl="2" algn="ctr" rtl="0">
              <a:lnSpc>
                <a:spcPct val="100000"/>
              </a:lnSpc>
              <a:spcBef>
                <a:spcPts val="0"/>
              </a:spcBef>
              <a:spcAft>
                <a:spcPts val="0"/>
              </a:spcAft>
              <a:buClr>
                <a:srgbClr val="000000"/>
              </a:buClr>
              <a:buFont typeface="Arial"/>
              <a:defRPr sz="1400" b="1" i="0" u="none" strike="noStrike" cap="none">
                <a:solidFill>
                  <a:srgbClr val="183158"/>
                </a:solidFill>
                <a:latin typeface="Courier New" panose="02070309020205020404" pitchFamily="49" charset="0"/>
                <a:ea typeface="Arial"/>
                <a:cs typeface="Courier New" panose="02070309020205020404" pitchFamily="49" charset="0"/>
                <a:sym typeface="Arial"/>
              </a:defRPr>
            </a:lvl3pPr>
            <a:lvl4pPr marR="0" lvl="3" algn="ctr" rtl="0">
              <a:lnSpc>
                <a:spcPct val="100000"/>
              </a:lnSpc>
              <a:spcBef>
                <a:spcPts val="0"/>
              </a:spcBef>
              <a:spcAft>
                <a:spcPts val="0"/>
              </a:spcAft>
              <a:buClr>
                <a:srgbClr val="000000"/>
              </a:buClr>
              <a:buFont typeface="Arial"/>
              <a:defRPr sz="1400" b="1" i="0" u="none" strike="noStrike" cap="none">
                <a:solidFill>
                  <a:srgbClr val="183158"/>
                </a:solidFill>
                <a:latin typeface="Courier New" panose="02070309020205020404" pitchFamily="49" charset="0"/>
                <a:ea typeface="Arial"/>
                <a:cs typeface="Courier New" panose="02070309020205020404" pitchFamily="49" charset="0"/>
                <a:sym typeface="Arial"/>
              </a:defRPr>
            </a:lvl4pPr>
            <a:lvl5pPr marR="0" lvl="4" algn="ctr" rtl="0">
              <a:lnSpc>
                <a:spcPct val="100000"/>
              </a:lnSpc>
              <a:spcBef>
                <a:spcPts val="0"/>
              </a:spcBef>
              <a:spcAft>
                <a:spcPts val="0"/>
              </a:spcAft>
              <a:buClr>
                <a:srgbClr val="000000"/>
              </a:buClr>
              <a:buFont typeface="Arial"/>
              <a:defRPr sz="1400" b="1" i="0" u="none" strike="noStrike" cap="none">
                <a:solidFill>
                  <a:srgbClr val="183158"/>
                </a:solidFill>
                <a:latin typeface="Courier New" panose="02070309020205020404" pitchFamily="49" charset="0"/>
                <a:ea typeface="Arial"/>
                <a:cs typeface="Courier New" panose="02070309020205020404" pitchFamily="49" charset="0"/>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Type container to </a:t>
            </a:r>
            <a:br>
              <a:rPr lang="en-US" dirty="0"/>
            </a:br>
            <a:r>
              <a:rPr lang="en-US" dirty="0"/>
              <a:t>house short headlines.</a:t>
            </a:r>
          </a:p>
        </p:txBody>
      </p:sp>
      <p:pic>
        <p:nvPicPr>
          <p:cNvPr id="85" name="Picture 84" descr="Background pattern&#10;&#10;Description automatically generated">
            <a:extLst>
              <a:ext uri="{FF2B5EF4-FFF2-40B4-BE49-F238E27FC236}">
                <a16:creationId xmlns:a16="http://schemas.microsoft.com/office/drawing/2014/main" id="{880E5BC8-8972-DB48-B385-EFEC02DE1A5B}"/>
              </a:ext>
            </a:extLst>
          </p:cNvPr>
          <p:cNvPicPr>
            <a:picLocks noChangeAspect="1"/>
          </p:cNvPicPr>
          <p:nvPr/>
        </p:nvPicPr>
        <p:blipFill rotWithShape="1">
          <a:blip r:embed="rId25" cstate="screen">
            <a:extLst>
              <a:ext uri="{28A0092B-C50C-407E-A947-70E740481C1C}">
                <a14:useLocalDpi xmlns:a14="http://schemas.microsoft.com/office/drawing/2010/main"/>
              </a:ext>
            </a:extLst>
          </a:blip>
          <a:srcRect/>
          <a:stretch/>
        </p:blipFill>
        <p:spPr>
          <a:xfrm>
            <a:off x="8430073" y="4372599"/>
            <a:ext cx="3464147" cy="1920669"/>
          </a:xfrm>
          <a:prstGeom prst="rect">
            <a:avLst/>
          </a:prstGeom>
        </p:spPr>
      </p:pic>
      <p:sp>
        <p:nvSpPr>
          <p:cNvPr id="79" name="Text Placeholder 7">
            <a:extLst>
              <a:ext uri="{FF2B5EF4-FFF2-40B4-BE49-F238E27FC236}">
                <a16:creationId xmlns:a16="http://schemas.microsoft.com/office/drawing/2014/main" id="{D024C971-F9D1-9E4F-926E-68D524481AE5}"/>
              </a:ext>
            </a:extLst>
          </p:cNvPr>
          <p:cNvSpPr txBox="1">
            <a:spLocks/>
          </p:cNvSpPr>
          <p:nvPr/>
        </p:nvSpPr>
        <p:spPr>
          <a:xfrm>
            <a:off x="8325828" y="5835650"/>
            <a:ext cx="3636594" cy="1022350"/>
          </a:xfrm>
          <a:prstGeom prst="rect">
            <a:avLst/>
          </a:prstGeom>
        </p:spPr>
        <p:txBody>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1400" b="1" i="0" u="none" strike="noStrike" cap="none">
                <a:solidFill>
                  <a:srgbClr val="183158"/>
                </a:solidFill>
                <a:latin typeface="Courier New" panose="02070309020205020404" pitchFamily="49" charset="0"/>
                <a:ea typeface="Arial"/>
                <a:cs typeface="Courier New" panose="02070309020205020404" pitchFamily="49" charset="0"/>
                <a:sym typeface="Arial"/>
              </a:defRPr>
            </a:lvl1pPr>
            <a:lvl2pPr marR="0" lvl="1" algn="ctr" rtl="0">
              <a:lnSpc>
                <a:spcPct val="100000"/>
              </a:lnSpc>
              <a:spcBef>
                <a:spcPts val="0"/>
              </a:spcBef>
              <a:spcAft>
                <a:spcPts val="0"/>
              </a:spcAft>
              <a:buClr>
                <a:srgbClr val="000000"/>
              </a:buClr>
              <a:buFont typeface="Arial"/>
              <a:defRPr sz="1400" b="1" i="0" u="none" strike="noStrike" cap="none">
                <a:solidFill>
                  <a:srgbClr val="183158"/>
                </a:solidFill>
                <a:latin typeface="Courier New" panose="02070309020205020404" pitchFamily="49" charset="0"/>
                <a:ea typeface="Arial"/>
                <a:cs typeface="Courier New" panose="02070309020205020404" pitchFamily="49" charset="0"/>
                <a:sym typeface="Arial"/>
              </a:defRPr>
            </a:lvl2pPr>
            <a:lvl3pPr marR="0" lvl="2" algn="ctr" rtl="0">
              <a:lnSpc>
                <a:spcPct val="100000"/>
              </a:lnSpc>
              <a:spcBef>
                <a:spcPts val="0"/>
              </a:spcBef>
              <a:spcAft>
                <a:spcPts val="0"/>
              </a:spcAft>
              <a:buClr>
                <a:srgbClr val="000000"/>
              </a:buClr>
              <a:buFont typeface="Arial"/>
              <a:defRPr sz="1400" b="1" i="0" u="none" strike="noStrike" cap="none">
                <a:solidFill>
                  <a:srgbClr val="183158"/>
                </a:solidFill>
                <a:latin typeface="Courier New" panose="02070309020205020404" pitchFamily="49" charset="0"/>
                <a:ea typeface="Arial"/>
                <a:cs typeface="Courier New" panose="02070309020205020404" pitchFamily="49" charset="0"/>
                <a:sym typeface="Arial"/>
              </a:defRPr>
            </a:lvl3pPr>
            <a:lvl4pPr marR="0" lvl="3" algn="ctr" rtl="0">
              <a:lnSpc>
                <a:spcPct val="100000"/>
              </a:lnSpc>
              <a:spcBef>
                <a:spcPts val="0"/>
              </a:spcBef>
              <a:spcAft>
                <a:spcPts val="0"/>
              </a:spcAft>
              <a:buClr>
                <a:srgbClr val="000000"/>
              </a:buClr>
              <a:buFont typeface="Arial"/>
              <a:defRPr sz="1400" b="1" i="0" u="none" strike="noStrike" cap="none">
                <a:solidFill>
                  <a:srgbClr val="183158"/>
                </a:solidFill>
                <a:latin typeface="Courier New" panose="02070309020205020404" pitchFamily="49" charset="0"/>
                <a:ea typeface="Arial"/>
                <a:cs typeface="Courier New" panose="02070309020205020404" pitchFamily="49" charset="0"/>
                <a:sym typeface="Arial"/>
              </a:defRPr>
            </a:lvl4pPr>
            <a:lvl5pPr marR="0" lvl="4" algn="ctr" rtl="0">
              <a:lnSpc>
                <a:spcPct val="100000"/>
              </a:lnSpc>
              <a:spcBef>
                <a:spcPts val="0"/>
              </a:spcBef>
              <a:spcAft>
                <a:spcPts val="0"/>
              </a:spcAft>
              <a:buClr>
                <a:srgbClr val="000000"/>
              </a:buClr>
              <a:buFont typeface="Arial"/>
              <a:defRPr sz="1400" b="1" i="0" u="none" strike="noStrike" cap="none">
                <a:solidFill>
                  <a:srgbClr val="183158"/>
                </a:solidFill>
                <a:latin typeface="Courier New" panose="02070309020205020404" pitchFamily="49" charset="0"/>
                <a:ea typeface="Arial"/>
                <a:cs typeface="Courier New" panose="02070309020205020404" pitchFamily="49" charset="0"/>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b="0" dirty="0">
                <a:latin typeface="+mn-lt"/>
              </a:rPr>
              <a:t>Pattern used as a subtle background element.</a:t>
            </a:r>
          </a:p>
        </p:txBody>
      </p:sp>
      <p:pic>
        <p:nvPicPr>
          <p:cNvPr id="82" name="Picture 81" descr="Icon&#10;&#10;Description automatically generated">
            <a:extLst>
              <a:ext uri="{FF2B5EF4-FFF2-40B4-BE49-F238E27FC236}">
                <a16:creationId xmlns:a16="http://schemas.microsoft.com/office/drawing/2014/main" id="{358CB9F7-006A-124A-831C-33A985A75881}"/>
              </a:ext>
            </a:extLst>
          </p:cNvPr>
          <p:cNvPicPr>
            <a:picLocks noChangeAspect="1"/>
          </p:cNvPicPr>
          <p:nvPr/>
        </p:nvPicPr>
        <p:blipFill rotWithShape="1">
          <a:blip r:embed="rId26" cstate="screen">
            <a:extLst>
              <a:ext uri="{28A0092B-C50C-407E-A947-70E740481C1C}">
                <a14:useLocalDpi xmlns:a14="http://schemas.microsoft.com/office/drawing/2010/main"/>
              </a:ext>
            </a:extLst>
          </a:blip>
          <a:srcRect/>
          <a:stretch/>
        </p:blipFill>
        <p:spPr>
          <a:xfrm>
            <a:off x="9156067" y="1587249"/>
            <a:ext cx="1958148" cy="1946642"/>
          </a:xfrm>
          <a:prstGeom prst="rect">
            <a:avLst/>
          </a:prstGeom>
        </p:spPr>
      </p:pic>
      <p:sp>
        <p:nvSpPr>
          <p:cNvPr id="83" name="Text Placeholder 2">
            <a:extLst>
              <a:ext uri="{FF2B5EF4-FFF2-40B4-BE49-F238E27FC236}">
                <a16:creationId xmlns:a16="http://schemas.microsoft.com/office/drawing/2014/main" id="{A917B980-CE8E-F741-A70C-B0CA341C2A98}"/>
              </a:ext>
            </a:extLst>
          </p:cNvPr>
          <p:cNvSpPr txBox="1">
            <a:spLocks/>
          </p:cNvSpPr>
          <p:nvPr/>
        </p:nvSpPr>
        <p:spPr>
          <a:xfrm>
            <a:off x="9153939" y="1739649"/>
            <a:ext cx="1960276" cy="1615127"/>
          </a:xfrm>
          <a:prstGeom prst="rect">
            <a:avLst/>
          </a:prstGeom>
        </p:spPr>
        <p:txBody>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6000" b="1" i="0" u="none" strike="noStrike" cap="none">
                <a:solidFill>
                  <a:srgbClr val="183158"/>
                </a:solidFill>
                <a:latin typeface="Arial Black" panose="020B0604020202020204" pitchFamily="34" charset="0"/>
                <a:ea typeface="Arial"/>
                <a:cs typeface="Arial Black" panose="020B0604020202020204" pitchFamily="34" charset="0"/>
                <a:sym typeface="Arial"/>
              </a:defRPr>
            </a:lvl1pPr>
            <a:lvl2pPr marR="0" lvl="1" algn="ctr" rtl="0">
              <a:lnSpc>
                <a:spcPct val="100000"/>
              </a:lnSpc>
              <a:spcBef>
                <a:spcPts val="0"/>
              </a:spcBef>
              <a:spcAft>
                <a:spcPts val="0"/>
              </a:spcAft>
              <a:buClr>
                <a:srgbClr val="000000"/>
              </a:buClr>
              <a:buFont typeface="Arial"/>
              <a:defRPr sz="6000" b="1" i="0" u="none" strike="noStrike" cap="none">
                <a:solidFill>
                  <a:srgbClr val="000000"/>
                </a:solidFill>
                <a:latin typeface="Arial Black" panose="020B0604020202020204" pitchFamily="34" charset="0"/>
                <a:ea typeface="Arial"/>
                <a:cs typeface="Arial Black" panose="020B0604020202020204" pitchFamily="34" charset="0"/>
                <a:sym typeface="Arial"/>
              </a:defRPr>
            </a:lvl2pPr>
            <a:lvl3pPr marR="0" lvl="2" algn="ctr" rtl="0">
              <a:lnSpc>
                <a:spcPct val="100000"/>
              </a:lnSpc>
              <a:spcBef>
                <a:spcPts val="0"/>
              </a:spcBef>
              <a:spcAft>
                <a:spcPts val="0"/>
              </a:spcAft>
              <a:buClr>
                <a:srgbClr val="000000"/>
              </a:buClr>
              <a:buFont typeface="Arial"/>
              <a:defRPr sz="6000" b="1" i="0" u="none" strike="noStrike" cap="none">
                <a:solidFill>
                  <a:srgbClr val="000000"/>
                </a:solidFill>
                <a:latin typeface="Arial Black" panose="020B0604020202020204" pitchFamily="34" charset="0"/>
                <a:ea typeface="Arial"/>
                <a:cs typeface="Arial Black" panose="020B0604020202020204" pitchFamily="34" charset="0"/>
                <a:sym typeface="Arial"/>
              </a:defRPr>
            </a:lvl3pPr>
            <a:lvl4pPr marR="0" lvl="3" algn="ctr" rtl="0">
              <a:lnSpc>
                <a:spcPct val="100000"/>
              </a:lnSpc>
              <a:spcBef>
                <a:spcPts val="0"/>
              </a:spcBef>
              <a:spcAft>
                <a:spcPts val="0"/>
              </a:spcAft>
              <a:buClr>
                <a:srgbClr val="000000"/>
              </a:buClr>
              <a:buFont typeface="Arial"/>
              <a:defRPr sz="6000" b="1" i="0" u="none" strike="noStrike" cap="none">
                <a:solidFill>
                  <a:srgbClr val="000000"/>
                </a:solidFill>
                <a:latin typeface="Arial Black" panose="020B0604020202020204" pitchFamily="34" charset="0"/>
                <a:ea typeface="Arial"/>
                <a:cs typeface="Arial Black" panose="020B0604020202020204" pitchFamily="34" charset="0"/>
                <a:sym typeface="Arial"/>
              </a:defRPr>
            </a:lvl4pPr>
            <a:lvl5pPr marR="0" lvl="4" algn="ctr" rtl="0">
              <a:lnSpc>
                <a:spcPct val="100000"/>
              </a:lnSpc>
              <a:spcBef>
                <a:spcPts val="0"/>
              </a:spcBef>
              <a:spcAft>
                <a:spcPts val="0"/>
              </a:spcAft>
              <a:buClr>
                <a:srgbClr val="000000"/>
              </a:buClr>
              <a:buFont typeface="Arial"/>
              <a:defRPr sz="6000" b="1" i="0" u="none" strike="noStrike" cap="none">
                <a:solidFill>
                  <a:srgbClr val="000000"/>
                </a:solidFill>
                <a:latin typeface="Arial Black" panose="020B0604020202020204" pitchFamily="34" charset="0"/>
                <a:ea typeface="Arial"/>
                <a:cs typeface="Arial Black" panose="020B0604020202020204" pitchFamily="34" charset="0"/>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600" b="0" dirty="0">
                <a:solidFill>
                  <a:schemeClr val="bg1"/>
                </a:solidFill>
                <a:latin typeface="Impact" panose="020B0806030902050204" pitchFamily="34" charset="0"/>
                <a:ea typeface="Tahoma" panose="020B0604030504040204" pitchFamily="34" charset="0"/>
                <a:cs typeface="Tahoma" panose="020B0604030504040204" pitchFamily="34" charset="0"/>
              </a:rPr>
              <a:t>IT’S</a:t>
            </a:r>
            <a:br>
              <a:rPr lang="en-US" sz="3600" b="0" dirty="0">
                <a:solidFill>
                  <a:schemeClr val="bg1"/>
                </a:solidFill>
                <a:latin typeface="Impact" panose="020B0806030902050204" pitchFamily="34" charset="0"/>
                <a:ea typeface="Tahoma" panose="020B0604030504040204" pitchFamily="34" charset="0"/>
                <a:cs typeface="Tahoma" panose="020B0604030504040204" pitchFamily="34" charset="0"/>
              </a:rPr>
            </a:br>
            <a:r>
              <a:rPr lang="en-US" sz="3600" b="0" dirty="0">
                <a:solidFill>
                  <a:schemeClr val="bg1"/>
                </a:solidFill>
                <a:latin typeface="Impact" panose="020B0806030902050204" pitchFamily="34" charset="0"/>
                <a:ea typeface="Tahoma" panose="020B0604030504040204" pitchFamily="34" charset="0"/>
                <a:cs typeface="Tahoma" panose="020B0604030504040204" pitchFamily="34" charset="0"/>
              </a:rPr>
              <a:t>UP TO</a:t>
            </a:r>
            <a:br>
              <a:rPr lang="en-US" sz="3600" b="0" dirty="0">
                <a:solidFill>
                  <a:schemeClr val="bg1"/>
                </a:solidFill>
                <a:latin typeface="Impact" panose="020B0806030902050204" pitchFamily="34" charset="0"/>
                <a:ea typeface="Tahoma" panose="020B0604030504040204" pitchFamily="34" charset="0"/>
                <a:cs typeface="Tahoma" panose="020B0604030504040204" pitchFamily="34" charset="0"/>
              </a:rPr>
            </a:br>
            <a:r>
              <a:rPr lang="en-US" sz="3600" b="0" dirty="0">
                <a:solidFill>
                  <a:schemeClr val="bg1"/>
                </a:solidFill>
                <a:latin typeface="Impact" panose="020B0806030902050204" pitchFamily="34" charset="0"/>
                <a:ea typeface="Tahoma" panose="020B0604030504040204" pitchFamily="34" charset="0"/>
                <a:cs typeface="Tahoma" panose="020B0604030504040204" pitchFamily="34" charset="0"/>
              </a:rPr>
              <a:t>YOU</a:t>
            </a:r>
          </a:p>
        </p:txBody>
      </p:sp>
    </p:spTree>
    <p:extLst>
      <p:ext uri="{BB962C8B-B14F-4D97-AF65-F5344CB8AC3E}">
        <p14:creationId xmlns:p14="http://schemas.microsoft.com/office/powerpoint/2010/main" val="10021979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0266819-5BEE-1348-B6FC-0783EEB1502D}"/>
              </a:ext>
            </a:extLst>
          </p:cNvPr>
          <p:cNvSpPr>
            <a:spLocks noGrp="1"/>
          </p:cNvSpPr>
          <p:nvPr>
            <p:ph type="body" sz="quarter" idx="10"/>
          </p:nvPr>
        </p:nvSpPr>
        <p:spPr/>
        <p:txBody>
          <a:bodyPr/>
          <a:lstStyle/>
          <a:p>
            <a:r>
              <a:rPr lang="en-US" dirty="0"/>
              <a:t>GRAPHIC ELEMENTS</a:t>
            </a:r>
          </a:p>
        </p:txBody>
      </p:sp>
      <p:sp>
        <p:nvSpPr>
          <p:cNvPr id="3" name="Text Placeholder 2">
            <a:extLst>
              <a:ext uri="{FF2B5EF4-FFF2-40B4-BE49-F238E27FC236}">
                <a16:creationId xmlns:a16="http://schemas.microsoft.com/office/drawing/2014/main" id="{C7E5F094-6D45-2148-BEC4-FE9FE0485EBD}"/>
              </a:ext>
            </a:extLst>
          </p:cNvPr>
          <p:cNvSpPr>
            <a:spLocks noGrp="1"/>
          </p:cNvSpPr>
          <p:nvPr>
            <p:ph type="body" sz="quarter" idx="11"/>
          </p:nvPr>
        </p:nvSpPr>
        <p:spPr>
          <a:xfrm>
            <a:off x="168275" y="1010248"/>
            <a:ext cx="3573546" cy="1022350"/>
          </a:xfrm>
        </p:spPr>
        <p:txBody>
          <a:bodyPr/>
          <a:lstStyle/>
          <a:p>
            <a:r>
              <a:rPr lang="en-US" sz="3600" dirty="0"/>
              <a:t>Blueprint sketches</a:t>
            </a:r>
          </a:p>
        </p:txBody>
      </p:sp>
      <p:sp>
        <p:nvSpPr>
          <p:cNvPr id="4" name="Text Placeholder 3">
            <a:extLst>
              <a:ext uri="{FF2B5EF4-FFF2-40B4-BE49-F238E27FC236}">
                <a16:creationId xmlns:a16="http://schemas.microsoft.com/office/drawing/2014/main" id="{B855B5A5-ACC1-C34A-8E71-630271059FC6}"/>
              </a:ext>
            </a:extLst>
          </p:cNvPr>
          <p:cNvSpPr>
            <a:spLocks noGrp="1"/>
          </p:cNvSpPr>
          <p:nvPr>
            <p:ph type="body" sz="quarter" idx="12"/>
          </p:nvPr>
        </p:nvSpPr>
        <p:spPr>
          <a:xfrm>
            <a:off x="4295107" y="1125227"/>
            <a:ext cx="3573546" cy="1022350"/>
          </a:xfrm>
        </p:spPr>
        <p:txBody>
          <a:bodyPr/>
          <a:lstStyle/>
          <a:p>
            <a:r>
              <a:rPr lang="en-US" sz="3600" dirty="0">
                <a:solidFill>
                  <a:srgbClr val="CC4628"/>
                </a:solidFill>
              </a:rPr>
              <a:t>Colors</a:t>
            </a:r>
          </a:p>
        </p:txBody>
      </p:sp>
      <p:sp>
        <p:nvSpPr>
          <p:cNvPr id="6" name="Text Placeholder 5">
            <a:extLst>
              <a:ext uri="{FF2B5EF4-FFF2-40B4-BE49-F238E27FC236}">
                <a16:creationId xmlns:a16="http://schemas.microsoft.com/office/drawing/2014/main" id="{9A5FF2AB-2562-7A45-BDBF-B6D840C37408}"/>
              </a:ext>
            </a:extLst>
          </p:cNvPr>
          <p:cNvSpPr>
            <a:spLocks noGrp="1"/>
          </p:cNvSpPr>
          <p:nvPr>
            <p:ph type="body" sz="quarter" idx="14"/>
          </p:nvPr>
        </p:nvSpPr>
        <p:spPr>
          <a:xfrm>
            <a:off x="168275" y="5486098"/>
            <a:ext cx="3573463" cy="1170289"/>
          </a:xfrm>
        </p:spPr>
        <p:txBody>
          <a:bodyPr/>
          <a:lstStyle/>
          <a:p>
            <a:r>
              <a:rPr lang="en-US" b="0" dirty="0">
                <a:latin typeface="+mn-lt"/>
              </a:rPr>
              <a:t>These sketches are meant to add complexity to what we do. By rotating + layering, we illustrate the story of our pursuit of solving problems. </a:t>
            </a:r>
          </a:p>
        </p:txBody>
      </p:sp>
      <p:sp>
        <p:nvSpPr>
          <p:cNvPr id="7" name="Text Placeholder 6">
            <a:extLst>
              <a:ext uri="{FF2B5EF4-FFF2-40B4-BE49-F238E27FC236}">
                <a16:creationId xmlns:a16="http://schemas.microsoft.com/office/drawing/2014/main" id="{315077C6-FC50-4148-8F42-F91C01997938}"/>
              </a:ext>
            </a:extLst>
          </p:cNvPr>
          <p:cNvSpPr>
            <a:spLocks noGrp="1"/>
          </p:cNvSpPr>
          <p:nvPr>
            <p:ph type="body" sz="quarter" idx="15"/>
          </p:nvPr>
        </p:nvSpPr>
        <p:spPr>
          <a:xfrm>
            <a:off x="4270021" y="5315004"/>
            <a:ext cx="3636594" cy="1341383"/>
          </a:xfrm>
        </p:spPr>
        <p:txBody>
          <a:bodyPr/>
          <a:lstStyle/>
          <a:p>
            <a:r>
              <a:rPr lang="en-US" b="0" dirty="0">
                <a:latin typeface="+mn-lt"/>
              </a:rPr>
              <a:t>At our core, we are dark blue.</a:t>
            </a:r>
          </a:p>
          <a:p>
            <a:r>
              <a:rPr lang="en-US" b="0" dirty="0">
                <a:latin typeface="+mn-lt"/>
              </a:rPr>
              <a:t>We have an expanded set of secondary blues to accent our core color and vibrant Colorado Red, which adds warmth to the palette.</a:t>
            </a:r>
          </a:p>
        </p:txBody>
      </p:sp>
      <p:sp>
        <p:nvSpPr>
          <p:cNvPr id="9" name="Text Placeholder 8">
            <a:extLst>
              <a:ext uri="{FF2B5EF4-FFF2-40B4-BE49-F238E27FC236}">
                <a16:creationId xmlns:a16="http://schemas.microsoft.com/office/drawing/2014/main" id="{E66D19FD-A329-0648-BDB4-888451537C32}"/>
              </a:ext>
            </a:extLst>
          </p:cNvPr>
          <p:cNvSpPr>
            <a:spLocks noGrp="1"/>
          </p:cNvSpPr>
          <p:nvPr>
            <p:ph type="body" sz="quarter" idx="17"/>
          </p:nvPr>
        </p:nvSpPr>
        <p:spPr/>
        <p:txBody>
          <a:bodyPr/>
          <a:lstStyle/>
          <a:p>
            <a:r>
              <a:rPr lang="en-US" dirty="0"/>
              <a:t>13</a:t>
            </a:r>
          </a:p>
        </p:txBody>
      </p:sp>
      <p:sp>
        <p:nvSpPr>
          <p:cNvPr id="67" name="Text Placeholder 2">
            <a:extLst>
              <a:ext uri="{FF2B5EF4-FFF2-40B4-BE49-F238E27FC236}">
                <a16:creationId xmlns:a16="http://schemas.microsoft.com/office/drawing/2014/main" id="{62C7A7BC-7316-4A4A-8F97-D819E350FECC}"/>
              </a:ext>
            </a:extLst>
          </p:cNvPr>
          <p:cNvSpPr txBox="1">
            <a:spLocks/>
          </p:cNvSpPr>
          <p:nvPr/>
        </p:nvSpPr>
        <p:spPr>
          <a:xfrm>
            <a:off x="8421939" y="1162648"/>
            <a:ext cx="3573546" cy="1022350"/>
          </a:xfrm>
          <a:prstGeom prst="rect">
            <a:avLst/>
          </a:prstGeom>
        </p:spPr>
        <p:txBody>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6000" b="1" i="0" u="none" strike="noStrike" cap="none">
                <a:solidFill>
                  <a:srgbClr val="183158"/>
                </a:solidFill>
                <a:latin typeface="Arial Black" panose="020B0604020202020204" pitchFamily="34" charset="0"/>
                <a:ea typeface="Arial"/>
                <a:cs typeface="Arial Black" panose="020B0604020202020204" pitchFamily="34" charset="0"/>
                <a:sym typeface="Arial"/>
              </a:defRPr>
            </a:lvl1pPr>
            <a:lvl2pPr marR="0" lvl="1" algn="ctr" rtl="0">
              <a:lnSpc>
                <a:spcPct val="100000"/>
              </a:lnSpc>
              <a:spcBef>
                <a:spcPts val="0"/>
              </a:spcBef>
              <a:spcAft>
                <a:spcPts val="0"/>
              </a:spcAft>
              <a:buClr>
                <a:srgbClr val="000000"/>
              </a:buClr>
              <a:buFont typeface="Arial"/>
              <a:defRPr sz="6000" b="1" i="0" u="none" strike="noStrike" cap="none">
                <a:solidFill>
                  <a:srgbClr val="000000"/>
                </a:solidFill>
                <a:latin typeface="Arial Black" panose="020B0604020202020204" pitchFamily="34" charset="0"/>
                <a:ea typeface="Arial"/>
                <a:cs typeface="Arial Black" panose="020B0604020202020204" pitchFamily="34" charset="0"/>
                <a:sym typeface="Arial"/>
              </a:defRPr>
            </a:lvl2pPr>
            <a:lvl3pPr marR="0" lvl="2" algn="ctr" rtl="0">
              <a:lnSpc>
                <a:spcPct val="100000"/>
              </a:lnSpc>
              <a:spcBef>
                <a:spcPts val="0"/>
              </a:spcBef>
              <a:spcAft>
                <a:spcPts val="0"/>
              </a:spcAft>
              <a:buClr>
                <a:srgbClr val="000000"/>
              </a:buClr>
              <a:buFont typeface="Arial"/>
              <a:defRPr sz="6000" b="1" i="0" u="none" strike="noStrike" cap="none">
                <a:solidFill>
                  <a:srgbClr val="000000"/>
                </a:solidFill>
                <a:latin typeface="Arial Black" panose="020B0604020202020204" pitchFamily="34" charset="0"/>
                <a:ea typeface="Arial"/>
                <a:cs typeface="Arial Black" panose="020B0604020202020204" pitchFamily="34" charset="0"/>
                <a:sym typeface="Arial"/>
              </a:defRPr>
            </a:lvl3pPr>
            <a:lvl4pPr marR="0" lvl="3" algn="ctr" rtl="0">
              <a:lnSpc>
                <a:spcPct val="100000"/>
              </a:lnSpc>
              <a:spcBef>
                <a:spcPts val="0"/>
              </a:spcBef>
              <a:spcAft>
                <a:spcPts val="0"/>
              </a:spcAft>
              <a:buClr>
                <a:srgbClr val="000000"/>
              </a:buClr>
              <a:buFont typeface="Arial"/>
              <a:defRPr sz="6000" b="1" i="0" u="none" strike="noStrike" cap="none">
                <a:solidFill>
                  <a:srgbClr val="000000"/>
                </a:solidFill>
                <a:latin typeface="Arial Black" panose="020B0604020202020204" pitchFamily="34" charset="0"/>
                <a:ea typeface="Arial"/>
                <a:cs typeface="Arial Black" panose="020B0604020202020204" pitchFamily="34" charset="0"/>
                <a:sym typeface="Arial"/>
              </a:defRPr>
            </a:lvl4pPr>
            <a:lvl5pPr marR="0" lvl="4" algn="ctr" rtl="0">
              <a:lnSpc>
                <a:spcPct val="100000"/>
              </a:lnSpc>
              <a:spcBef>
                <a:spcPts val="0"/>
              </a:spcBef>
              <a:spcAft>
                <a:spcPts val="0"/>
              </a:spcAft>
              <a:buClr>
                <a:srgbClr val="000000"/>
              </a:buClr>
              <a:buFont typeface="Arial"/>
              <a:defRPr sz="6000" b="1" i="0" u="none" strike="noStrike" cap="none">
                <a:solidFill>
                  <a:srgbClr val="000000"/>
                </a:solidFill>
                <a:latin typeface="Arial Black" panose="020B0604020202020204" pitchFamily="34" charset="0"/>
                <a:ea typeface="Arial"/>
                <a:cs typeface="Arial Black" panose="020B0604020202020204" pitchFamily="34" charset="0"/>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600" dirty="0"/>
              <a:t>Fonts</a:t>
            </a:r>
          </a:p>
        </p:txBody>
      </p:sp>
      <p:sp>
        <p:nvSpPr>
          <p:cNvPr id="68" name="Text Placeholder 7">
            <a:extLst>
              <a:ext uri="{FF2B5EF4-FFF2-40B4-BE49-F238E27FC236}">
                <a16:creationId xmlns:a16="http://schemas.microsoft.com/office/drawing/2014/main" id="{1FCBADC8-4B2D-BC45-BD3E-4C31E789AD0B}"/>
              </a:ext>
            </a:extLst>
          </p:cNvPr>
          <p:cNvSpPr txBox="1">
            <a:spLocks/>
          </p:cNvSpPr>
          <p:nvPr/>
        </p:nvSpPr>
        <p:spPr>
          <a:xfrm>
            <a:off x="8325828" y="4793361"/>
            <a:ext cx="3636594" cy="2020792"/>
          </a:xfrm>
          <a:prstGeom prst="rect">
            <a:avLst/>
          </a:prstGeom>
        </p:spPr>
        <p:txBody>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1400" b="1" i="0" u="none" strike="noStrike" cap="none">
                <a:solidFill>
                  <a:srgbClr val="183158"/>
                </a:solidFill>
                <a:latin typeface="Courier New" panose="02070309020205020404" pitchFamily="49" charset="0"/>
                <a:ea typeface="Arial"/>
                <a:cs typeface="Courier New" panose="02070309020205020404" pitchFamily="49" charset="0"/>
                <a:sym typeface="Arial"/>
              </a:defRPr>
            </a:lvl1pPr>
            <a:lvl2pPr marR="0" lvl="1" algn="ctr" rtl="0">
              <a:lnSpc>
                <a:spcPct val="100000"/>
              </a:lnSpc>
              <a:spcBef>
                <a:spcPts val="0"/>
              </a:spcBef>
              <a:spcAft>
                <a:spcPts val="0"/>
              </a:spcAft>
              <a:buClr>
                <a:srgbClr val="000000"/>
              </a:buClr>
              <a:buFont typeface="Arial"/>
              <a:defRPr sz="1400" b="1" i="0" u="none" strike="noStrike" cap="none">
                <a:solidFill>
                  <a:srgbClr val="183158"/>
                </a:solidFill>
                <a:latin typeface="Courier New" panose="02070309020205020404" pitchFamily="49" charset="0"/>
                <a:ea typeface="Arial"/>
                <a:cs typeface="Courier New" panose="02070309020205020404" pitchFamily="49" charset="0"/>
                <a:sym typeface="Arial"/>
              </a:defRPr>
            </a:lvl2pPr>
            <a:lvl3pPr marR="0" lvl="2" algn="ctr" rtl="0">
              <a:lnSpc>
                <a:spcPct val="100000"/>
              </a:lnSpc>
              <a:spcBef>
                <a:spcPts val="0"/>
              </a:spcBef>
              <a:spcAft>
                <a:spcPts val="0"/>
              </a:spcAft>
              <a:buClr>
                <a:srgbClr val="000000"/>
              </a:buClr>
              <a:buFont typeface="Arial"/>
              <a:defRPr sz="1400" b="1" i="0" u="none" strike="noStrike" cap="none">
                <a:solidFill>
                  <a:srgbClr val="183158"/>
                </a:solidFill>
                <a:latin typeface="Courier New" panose="02070309020205020404" pitchFamily="49" charset="0"/>
                <a:ea typeface="Arial"/>
                <a:cs typeface="Courier New" panose="02070309020205020404" pitchFamily="49" charset="0"/>
                <a:sym typeface="Arial"/>
              </a:defRPr>
            </a:lvl3pPr>
            <a:lvl4pPr marR="0" lvl="3" algn="ctr" rtl="0">
              <a:lnSpc>
                <a:spcPct val="100000"/>
              </a:lnSpc>
              <a:spcBef>
                <a:spcPts val="0"/>
              </a:spcBef>
              <a:spcAft>
                <a:spcPts val="0"/>
              </a:spcAft>
              <a:buClr>
                <a:srgbClr val="000000"/>
              </a:buClr>
              <a:buFont typeface="Arial"/>
              <a:defRPr sz="1400" b="1" i="0" u="none" strike="noStrike" cap="none">
                <a:solidFill>
                  <a:srgbClr val="183158"/>
                </a:solidFill>
                <a:latin typeface="Courier New" panose="02070309020205020404" pitchFamily="49" charset="0"/>
                <a:ea typeface="Arial"/>
                <a:cs typeface="Courier New" panose="02070309020205020404" pitchFamily="49" charset="0"/>
                <a:sym typeface="Arial"/>
              </a:defRPr>
            </a:lvl4pPr>
            <a:lvl5pPr marR="0" lvl="4" algn="ctr" rtl="0">
              <a:lnSpc>
                <a:spcPct val="100000"/>
              </a:lnSpc>
              <a:spcBef>
                <a:spcPts val="0"/>
              </a:spcBef>
              <a:spcAft>
                <a:spcPts val="0"/>
              </a:spcAft>
              <a:buClr>
                <a:srgbClr val="000000"/>
              </a:buClr>
              <a:buFont typeface="Arial"/>
              <a:defRPr sz="1400" b="1" i="0" u="none" strike="noStrike" cap="none">
                <a:solidFill>
                  <a:srgbClr val="183158"/>
                </a:solidFill>
                <a:latin typeface="Courier New" panose="02070309020205020404" pitchFamily="49" charset="0"/>
                <a:ea typeface="Arial"/>
                <a:cs typeface="Courier New" panose="02070309020205020404" pitchFamily="49" charset="0"/>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b="0" dirty="0">
                <a:latin typeface="+mn-lt"/>
              </a:rPr>
              <a:t>These fonts can be downloaded from Adobe Font Kit or</a:t>
            </a:r>
            <a:br>
              <a:rPr lang="en-US" b="0" dirty="0">
                <a:latin typeface="+mn-lt"/>
              </a:rPr>
            </a:br>
            <a:r>
              <a:rPr lang="en-US" b="0" dirty="0">
                <a:latin typeface="+mn-lt"/>
              </a:rPr>
              <a:t> purchased online. </a:t>
            </a:r>
          </a:p>
          <a:p>
            <a:endParaRPr lang="en-US" b="0" dirty="0">
              <a:latin typeface="+mn-lt"/>
            </a:endParaRPr>
          </a:p>
          <a:p>
            <a:r>
              <a:rPr lang="en-US" b="0" dirty="0">
                <a:latin typeface="+mn-lt"/>
              </a:rPr>
              <a:t>These fonts may not be available to everyone, so substitutes have been outlined above.</a:t>
            </a:r>
          </a:p>
        </p:txBody>
      </p:sp>
      <p:pic>
        <p:nvPicPr>
          <p:cNvPr id="70" name="Picture 69" descr="Application&#10;&#10;Description automatically generated with low confidence">
            <a:extLst>
              <a:ext uri="{FF2B5EF4-FFF2-40B4-BE49-F238E27FC236}">
                <a16:creationId xmlns:a16="http://schemas.microsoft.com/office/drawing/2014/main" id="{9A9D7324-6644-F543-A488-FC1FDE47267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8368451" y="2021596"/>
            <a:ext cx="1840261" cy="1834536"/>
          </a:xfrm>
          <a:prstGeom prst="rect">
            <a:avLst/>
          </a:prstGeom>
        </p:spPr>
      </p:pic>
      <p:sp>
        <p:nvSpPr>
          <p:cNvPr id="71" name="Triangle 70">
            <a:extLst>
              <a:ext uri="{FF2B5EF4-FFF2-40B4-BE49-F238E27FC236}">
                <a16:creationId xmlns:a16="http://schemas.microsoft.com/office/drawing/2014/main" id="{A47EB279-3AC9-C54E-A9CE-A9E55682A159}"/>
              </a:ext>
            </a:extLst>
          </p:cNvPr>
          <p:cNvSpPr/>
          <p:nvPr/>
        </p:nvSpPr>
        <p:spPr>
          <a:xfrm rot="5400000">
            <a:off x="10371810" y="2253918"/>
            <a:ext cx="204727" cy="176489"/>
          </a:xfrm>
          <a:prstGeom prst="triangle">
            <a:avLst/>
          </a:prstGeom>
          <a:solidFill>
            <a:srgbClr val="CC46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9E2C146E-D35C-4547-B6DB-AEB4DF59AD0C}"/>
              </a:ext>
            </a:extLst>
          </p:cNvPr>
          <p:cNvSpPr txBox="1"/>
          <p:nvPr/>
        </p:nvSpPr>
        <p:spPr>
          <a:xfrm>
            <a:off x="10739635" y="2099877"/>
            <a:ext cx="1426659" cy="523220"/>
          </a:xfrm>
          <a:prstGeom prst="rect">
            <a:avLst/>
          </a:prstGeom>
          <a:noFill/>
        </p:spPr>
        <p:txBody>
          <a:bodyPr wrap="square" rtlCol="0">
            <a:spAutoFit/>
          </a:bodyPr>
          <a:lstStyle/>
          <a:p>
            <a:r>
              <a:rPr lang="en-US" sz="2800" dirty="0">
                <a:solidFill>
                  <a:srgbClr val="183158"/>
                </a:solidFill>
              </a:rPr>
              <a:t>Arial</a:t>
            </a:r>
          </a:p>
        </p:txBody>
      </p:sp>
      <p:sp>
        <p:nvSpPr>
          <p:cNvPr id="73" name="TextBox 72">
            <a:extLst>
              <a:ext uri="{FF2B5EF4-FFF2-40B4-BE49-F238E27FC236}">
                <a16:creationId xmlns:a16="http://schemas.microsoft.com/office/drawing/2014/main" id="{CDC110F5-6850-FD4C-AAC4-7723C4A0FCF1}"/>
              </a:ext>
            </a:extLst>
          </p:cNvPr>
          <p:cNvSpPr txBox="1"/>
          <p:nvPr/>
        </p:nvSpPr>
        <p:spPr>
          <a:xfrm>
            <a:off x="10739635" y="2825007"/>
            <a:ext cx="1426659" cy="461665"/>
          </a:xfrm>
          <a:prstGeom prst="rect">
            <a:avLst/>
          </a:prstGeom>
          <a:noFill/>
        </p:spPr>
        <p:txBody>
          <a:bodyPr wrap="square" rtlCol="0">
            <a:spAutoFit/>
          </a:bodyPr>
          <a:lstStyle/>
          <a:p>
            <a:r>
              <a:rPr lang="en-US" sz="2400" b="1" dirty="0">
                <a:solidFill>
                  <a:srgbClr val="183158"/>
                </a:solidFill>
                <a:latin typeface="Impact" charset="0"/>
                <a:ea typeface="Impact" charset="0"/>
                <a:cs typeface="Impact" charset="0"/>
              </a:rPr>
              <a:t>IMPACT</a:t>
            </a:r>
          </a:p>
        </p:txBody>
      </p:sp>
      <p:sp>
        <p:nvSpPr>
          <p:cNvPr id="74" name="Triangle 73">
            <a:extLst>
              <a:ext uri="{FF2B5EF4-FFF2-40B4-BE49-F238E27FC236}">
                <a16:creationId xmlns:a16="http://schemas.microsoft.com/office/drawing/2014/main" id="{EFF77879-5FC8-5748-96D9-F4179CCD6EDF}"/>
              </a:ext>
            </a:extLst>
          </p:cNvPr>
          <p:cNvSpPr/>
          <p:nvPr/>
        </p:nvSpPr>
        <p:spPr>
          <a:xfrm rot="5400000">
            <a:off x="10371810" y="2967596"/>
            <a:ext cx="204727" cy="176489"/>
          </a:xfrm>
          <a:prstGeom prst="triangle">
            <a:avLst/>
          </a:prstGeom>
          <a:solidFill>
            <a:srgbClr val="CC46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Triangle 74">
            <a:extLst>
              <a:ext uri="{FF2B5EF4-FFF2-40B4-BE49-F238E27FC236}">
                <a16:creationId xmlns:a16="http://schemas.microsoft.com/office/drawing/2014/main" id="{6197FC78-41E0-D843-9B95-97A2C5D4BBA3}"/>
              </a:ext>
            </a:extLst>
          </p:cNvPr>
          <p:cNvSpPr/>
          <p:nvPr/>
        </p:nvSpPr>
        <p:spPr>
          <a:xfrm rot="5400000">
            <a:off x="10371810" y="3603215"/>
            <a:ext cx="204727" cy="176489"/>
          </a:xfrm>
          <a:prstGeom prst="triangle">
            <a:avLst/>
          </a:prstGeom>
          <a:solidFill>
            <a:srgbClr val="CC46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TextBox 76">
            <a:extLst>
              <a:ext uri="{FF2B5EF4-FFF2-40B4-BE49-F238E27FC236}">
                <a16:creationId xmlns:a16="http://schemas.microsoft.com/office/drawing/2014/main" id="{C87FDD05-BE78-0847-8A42-05D74428E5A0}"/>
              </a:ext>
            </a:extLst>
          </p:cNvPr>
          <p:cNvSpPr txBox="1"/>
          <p:nvPr/>
        </p:nvSpPr>
        <p:spPr>
          <a:xfrm>
            <a:off x="10739635" y="3572002"/>
            <a:ext cx="1426659" cy="276999"/>
          </a:xfrm>
          <a:prstGeom prst="rect">
            <a:avLst/>
          </a:prstGeom>
          <a:noFill/>
        </p:spPr>
        <p:txBody>
          <a:bodyPr wrap="square" rtlCol="0">
            <a:spAutoFit/>
          </a:bodyPr>
          <a:lstStyle/>
          <a:p>
            <a:r>
              <a:rPr lang="en-US" sz="1200" b="1" dirty="0">
                <a:solidFill>
                  <a:srgbClr val="183158"/>
                </a:solidFill>
                <a:latin typeface="Courier New" panose="02070309020205020404" pitchFamily="49" charset="0"/>
                <a:cs typeface="Courier New" panose="02070309020205020404" pitchFamily="49" charset="0"/>
              </a:rPr>
              <a:t>Courier New</a:t>
            </a:r>
          </a:p>
        </p:txBody>
      </p:sp>
      <p:pic>
        <p:nvPicPr>
          <p:cNvPr id="8" name="Picture 7" descr="Shape&#10;&#10;Description automatically generated with medium confidence">
            <a:extLst>
              <a:ext uri="{FF2B5EF4-FFF2-40B4-BE49-F238E27FC236}">
                <a16:creationId xmlns:a16="http://schemas.microsoft.com/office/drawing/2014/main" id="{ABE06CC5-47F8-8643-9B50-6E2DF1073A9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03233" y="2681287"/>
            <a:ext cx="1670137" cy="953834"/>
          </a:xfrm>
          <a:prstGeom prst="rect">
            <a:avLst/>
          </a:prstGeom>
        </p:spPr>
      </p:pic>
      <p:pic>
        <p:nvPicPr>
          <p:cNvPr id="51" name="Picture 50">
            <a:extLst>
              <a:ext uri="{FF2B5EF4-FFF2-40B4-BE49-F238E27FC236}">
                <a16:creationId xmlns:a16="http://schemas.microsoft.com/office/drawing/2014/main" id="{2EE8B63E-23FD-F640-9F98-1AC0EC20BB5C}"/>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2154697" y="2775314"/>
            <a:ext cx="1670137" cy="765779"/>
          </a:xfrm>
          <a:prstGeom prst="rect">
            <a:avLst/>
          </a:prstGeom>
        </p:spPr>
      </p:pic>
      <p:pic>
        <p:nvPicPr>
          <p:cNvPr id="52" name="Picture 51">
            <a:extLst>
              <a:ext uri="{FF2B5EF4-FFF2-40B4-BE49-F238E27FC236}">
                <a16:creationId xmlns:a16="http://schemas.microsoft.com/office/drawing/2014/main" id="{3E3A98A9-F452-7843-8978-5663BF6FB1FE}"/>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158629" y="4125654"/>
            <a:ext cx="3837220" cy="953834"/>
          </a:xfrm>
          <a:prstGeom prst="rect">
            <a:avLst/>
          </a:prstGeom>
        </p:spPr>
      </p:pic>
      <p:sp>
        <p:nvSpPr>
          <p:cNvPr id="95" name="Rectangle 94">
            <a:extLst>
              <a:ext uri="{FF2B5EF4-FFF2-40B4-BE49-F238E27FC236}">
                <a16:creationId xmlns:a16="http://schemas.microsoft.com/office/drawing/2014/main" id="{4CE89009-B3B8-A640-A08C-47B24C3F50CE}"/>
              </a:ext>
            </a:extLst>
          </p:cNvPr>
          <p:cNvSpPr/>
          <p:nvPr/>
        </p:nvSpPr>
        <p:spPr>
          <a:xfrm>
            <a:off x="4396292" y="2275681"/>
            <a:ext cx="730331" cy="752461"/>
          </a:xfrm>
          <a:prstGeom prst="rect">
            <a:avLst/>
          </a:prstGeom>
          <a:solidFill>
            <a:srgbClr val="21314D"/>
          </a:solidFill>
          <a:ln>
            <a:noFill/>
          </a:ln>
        </p:spPr>
        <p:style>
          <a:lnRef idx="2">
            <a:schemeClr val="accent1">
              <a:shade val="50000"/>
            </a:schemeClr>
          </a:lnRef>
          <a:fillRef idx="1">
            <a:schemeClr val="accent1"/>
          </a:fillRef>
          <a:effectRef idx="0">
            <a:schemeClr val="accent1"/>
          </a:effectRef>
          <a:fontRef idx="minor">
            <a:schemeClr val="lt1"/>
          </a:fontRef>
        </p:style>
        <p:txBody>
          <a:bodyPr lIns="139959" tIns="69980" rIns="139959" bIns="69980" rtlCol="0" anchor="ctr"/>
          <a:lstStyle/>
          <a:p>
            <a:pPr algn="ctr"/>
            <a:endParaRPr lang="en-US" sz="2747">
              <a:solidFill>
                <a:srgbClr val="21314D"/>
              </a:solidFill>
              <a:latin typeface="+mj-lt"/>
            </a:endParaRPr>
          </a:p>
        </p:txBody>
      </p:sp>
      <p:sp>
        <p:nvSpPr>
          <p:cNvPr id="96" name="TextBox 95">
            <a:extLst>
              <a:ext uri="{FF2B5EF4-FFF2-40B4-BE49-F238E27FC236}">
                <a16:creationId xmlns:a16="http://schemas.microsoft.com/office/drawing/2014/main" id="{C4B1ABAD-375B-F049-A545-A2F197C12782}"/>
              </a:ext>
            </a:extLst>
          </p:cNvPr>
          <p:cNvSpPr txBox="1"/>
          <p:nvPr/>
        </p:nvSpPr>
        <p:spPr>
          <a:xfrm>
            <a:off x="4396293" y="3149089"/>
            <a:ext cx="730330" cy="334707"/>
          </a:xfrm>
          <a:prstGeom prst="rect">
            <a:avLst/>
          </a:prstGeom>
          <a:noFill/>
        </p:spPr>
        <p:txBody>
          <a:bodyPr wrap="square" lIns="0" tIns="0" rIns="0" bIns="0" rtlCol="0">
            <a:spAutoFit/>
          </a:bodyPr>
          <a:lstStyle/>
          <a:p>
            <a:pPr algn="ctr">
              <a:lnSpc>
                <a:spcPct val="110000"/>
              </a:lnSpc>
            </a:pPr>
            <a:r>
              <a:rPr lang="en-US" sz="1000" b="1" dirty="0">
                <a:solidFill>
                  <a:srgbClr val="21314D"/>
                </a:solidFill>
                <a:latin typeface="Courier New" panose="02070309020205020404" pitchFamily="49" charset="0"/>
                <a:cs typeface="Courier New" panose="02070309020205020404" pitchFamily="49" charset="0"/>
              </a:rPr>
              <a:t>Dark Blue</a:t>
            </a:r>
          </a:p>
          <a:p>
            <a:pPr algn="ctr">
              <a:lnSpc>
                <a:spcPct val="110000"/>
              </a:lnSpc>
            </a:pPr>
            <a:r>
              <a:rPr lang="en-US" sz="1000" b="1" dirty="0">
                <a:solidFill>
                  <a:srgbClr val="21314D"/>
                </a:solidFill>
                <a:latin typeface="Courier New" panose="02070309020205020404" pitchFamily="49" charset="0"/>
                <a:cs typeface="Courier New" panose="02070309020205020404" pitchFamily="49" charset="0"/>
              </a:rPr>
              <a:t>#00234b</a:t>
            </a:r>
          </a:p>
        </p:txBody>
      </p:sp>
      <p:sp>
        <p:nvSpPr>
          <p:cNvPr id="97" name="Rectangle 96">
            <a:extLst>
              <a:ext uri="{FF2B5EF4-FFF2-40B4-BE49-F238E27FC236}">
                <a16:creationId xmlns:a16="http://schemas.microsoft.com/office/drawing/2014/main" id="{62CF6161-9018-2244-B297-80D962A7AA9B}"/>
              </a:ext>
            </a:extLst>
          </p:cNvPr>
          <p:cNvSpPr/>
          <p:nvPr/>
        </p:nvSpPr>
        <p:spPr>
          <a:xfrm>
            <a:off x="5723153" y="2275681"/>
            <a:ext cx="730331" cy="752461"/>
          </a:xfrm>
          <a:prstGeom prst="rect">
            <a:avLst/>
          </a:prstGeom>
          <a:solidFill>
            <a:srgbClr val="09396C"/>
          </a:solidFill>
          <a:ln>
            <a:noFill/>
          </a:ln>
        </p:spPr>
        <p:style>
          <a:lnRef idx="2">
            <a:schemeClr val="accent1">
              <a:shade val="50000"/>
            </a:schemeClr>
          </a:lnRef>
          <a:fillRef idx="1">
            <a:schemeClr val="accent1"/>
          </a:fillRef>
          <a:effectRef idx="0">
            <a:schemeClr val="accent1"/>
          </a:effectRef>
          <a:fontRef idx="minor">
            <a:schemeClr val="lt1"/>
          </a:fontRef>
        </p:style>
        <p:txBody>
          <a:bodyPr lIns="139959" tIns="69980" rIns="139959" bIns="69980" rtlCol="0" anchor="ctr"/>
          <a:lstStyle/>
          <a:p>
            <a:pPr algn="ctr"/>
            <a:endParaRPr lang="en-US" sz="2747">
              <a:solidFill>
                <a:schemeClr val="bg1"/>
              </a:solidFill>
              <a:latin typeface="+mj-lt"/>
            </a:endParaRPr>
          </a:p>
        </p:txBody>
      </p:sp>
      <p:sp>
        <p:nvSpPr>
          <p:cNvPr id="98" name="Rectangle 97">
            <a:extLst>
              <a:ext uri="{FF2B5EF4-FFF2-40B4-BE49-F238E27FC236}">
                <a16:creationId xmlns:a16="http://schemas.microsoft.com/office/drawing/2014/main" id="{4A7F94C4-6213-8747-A6F2-37C18A3C7FEE}"/>
              </a:ext>
            </a:extLst>
          </p:cNvPr>
          <p:cNvSpPr/>
          <p:nvPr/>
        </p:nvSpPr>
        <p:spPr>
          <a:xfrm>
            <a:off x="7050017" y="2275681"/>
            <a:ext cx="730331" cy="752461"/>
          </a:xfrm>
          <a:prstGeom prst="rect">
            <a:avLst/>
          </a:prstGeom>
          <a:solidFill>
            <a:srgbClr val="879EC3"/>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39959" tIns="69980" rIns="139959" bIns="69980" rtlCol="0" anchor="ctr"/>
          <a:lstStyle/>
          <a:p>
            <a:pPr algn="ctr"/>
            <a:endParaRPr lang="en-US" sz="2747">
              <a:solidFill>
                <a:srgbClr val="DD5F36"/>
              </a:solidFill>
              <a:latin typeface="+mj-lt"/>
            </a:endParaRPr>
          </a:p>
        </p:txBody>
      </p:sp>
      <p:sp>
        <p:nvSpPr>
          <p:cNvPr id="99" name="TextBox 98">
            <a:extLst>
              <a:ext uri="{FF2B5EF4-FFF2-40B4-BE49-F238E27FC236}">
                <a16:creationId xmlns:a16="http://schemas.microsoft.com/office/drawing/2014/main" id="{7DFC9970-C25C-E049-A447-E5AE742F0A7E}"/>
              </a:ext>
            </a:extLst>
          </p:cNvPr>
          <p:cNvSpPr txBox="1"/>
          <p:nvPr/>
        </p:nvSpPr>
        <p:spPr>
          <a:xfrm>
            <a:off x="5587436" y="3149089"/>
            <a:ext cx="960104" cy="338554"/>
          </a:xfrm>
          <a:prstGeom prst="rect">
            <a:avLst/>
          </a:prstGeom>
          <a:noFill/>
        </p:spPr>
        <p:txBody>
          <a:bodyPr wrap="square" lIns="0" tIns="0" rIns="0" bIns="0" rtlCol="0">
            <a:spAutoFit/>
          </a:bodyPr>
          <a:lstStyle/>
          <a:p>
            <a:pPr algn="ctr">
              <a:lnSpc>
                <a:spcPct val="110000"/>
              </a:lnSpc>
            </a:pPr>
            <a:r>
              <a:rPr lang="en-US" sz="1000" b="1" dirty="0">
                <a:solidFill>
                  <a:srgbClr val="21314D"/>
                </a:solidFill>
                <a:latin typeface="Courier New" panose="02070309020205020404" pitchFamily="49" charset="0"/>
                <a:cs typeface="Courier New" panose="02070309020205020404" pitchFamily="49" charset="0"/>
              </a:rPr>
              <a:t>Blaster Blue</a:t>
            </a:r>
          </a:p>
          <a:p>
            <a:pPr algn="ctr">
              <a:lnSpc>
                <a:spcPct val="110000"/>
              </a:lnSpc>
            </a:pPr>
            <a:r>
              <a:rPr lang="en-US" sz="1000" b="1" dirty="0">
                <a:solidFill>
                  <a:srgbClr val="21314D"/>
                </a:solidFill>
                <a:latin typeface="Courier New" panose="02070309020205020404" pitchFamily="49" charset="0"/>
                <a:cs typeface="Courier New" panose="02070309020205020404" pitchFamily="49" charset="0"/>
              </a:rPr>
              <a:t>#09396c</a:t>
            </a:r>
          </a:p>
        </p:txBody>
      </p:sp>
      <p:sp>
        <p:nvSpPr>
          <p:cNvPr id="100" name="TextBox 99">
            <a:extLst>
              <a:ext uri="{FF2B5EF4-FFF2-40B4-BE49-F238E27FC236}">
                <a16:creationId xmlns:a16="http://schemas.microsoft.com/office/drawing/2014/main" id="{6CBBAD91-0C61-5647-A5B4-7337078A8EFE}"/>
              </a:ext>
            </a:extLst>
          </p:cNvPr>
          <p:cNvSpPr txBox="1"/>
          <p:nvPr/>
        </p:nvSpPr>
        <p:spPr>
          <a:xfrm>
            <a:off x="7020667" y="3149089"/>
            <a:ext cx="829791" cy="338554"/>
          </a:xfrm>
          <a:prstGeom prst="rect">
            <a:avLst/>
          </a:prstGeom>
          <a:noFill/>
        </p:spPr>
        <p:txBody>
          <a:bodyPr wrap="square" lIns="0" tIns="0" rIns="0" bIns="0" rtlCol="0">
            <a:spAutoFit/>
          </a:bodyPr>
          <a:lstStyle/>
          <a:p>
            <a:pPr algn="ctr">
              <a:lnSpc>
                <a:spcPct val="110000"/>
              </a:lnSpc>
            </a:pPr>
            <a:r>
              <a:rPr lang="en-US" sz="1000" b="1" dirty="0">
                <a:solidFill>
                  <a:srgbClr val="21314D"/>
                </a:solidFill>
                <a:latin typeface="Courier New" panose="02070309020205020404" pitchFamily="49" charset="0"/>
                <a:cs typeface="Courier New" panose="02070309020205020404" pitchFamily="49" charset="0"/>
              </a:rPr>
              <a:t>Light Blue</a:t>
            </a:r>
          </a:p>
          <a:p>
            <a:pPr algn="ctr">
              <a:lnSpc>
                <a:spcPct val="110000"/>
              </a:lnSpc>
            </a:pPr>
            <a:r>
              <a:rPr lang="en-US" sz="1000" b="1" dirty="0">
                <a:solidFill>
                  <a:srgbClr val="21314D"/>
                </a:solidFill>
                <a:latin typeface="Courier New" panose="02070309020205020404" pitchFamily="49" charset="0"/>
                <a:cs typeface="Courier New" panose="02070309020205020404" pitchFamily="49" charset="0"/>
              </a:rPr>
              <a:t>#879ec3</a:t>
            </a:r>
          </a:p>
        </p:txBody>
      </p:sp>
      <p:sp>
        <p:nvSpPr>
          <p:cNvPr id="5" name="Rectangle 4">
            <a:extLst>
              <a:ext uri="{FF2B5EF4-FFF2-40B4-BE49-F238E27FC236}">
                <a16:creationId xmlns:a16="http://schemas.microsoft.com/office/drawing/2014/main" id="{2CC5E5F5-911E-65FD-9882-5DFCEB6A21AE}"/>
              </a:ext>
            </a:extLst>
          </p:cNvPr>
          <p:cNvSpPr/>
          <p:nvPr/>
        </p:nvSpPr>
        <p:spPr>
          <a:xfrm>
            <a:off x="5037872" y="3706020"/>
            <a:ext cx="730331" cy="752461"/>
          </a:xfrm>
          <a:prstGeom prst="rect">
            <a:avLst/>
          </a:prstGeom>
          <a:solidFill>
            <a:srgbClr val="CC4628"/>
          </a:solidFill>
          <a:ln>
            <a:noFill/>
          </a:ln>
        </p:spPr>
        <p:style>
          <a:lnRef idx="2">
            <a:schemeClr val="accent1">
              <a:shade val="50000"/>
            </a:schemeClr>
          </a:lnRef>
          <a:fillRef idx="1">
            <a:schemeClr val="accent1"/>
          </a:fillRef>
          <a:effectRef idx="0">
            <a:schemeClr val="accent1"/>
          </a:effectRef>
          <a:fontRef idx="minor">
            <a:schemeClr val="lt1"/>
          </a:fontRef>
        </p:style>
        <p:txBody>
          <a:bodyPr lIns="139959" tIns="69980" rIns="139959" bIns="69980" rtlCol="0" anchor="ctr"/>
          <a:lstStyle/>
          <a:p>
            <a:pPr algn="ctr"/>
            <a:endParaRPr lang="en-US" sz="2747" dirty="0">
              <a:solidFill>
                <a:srgbClr val="CC4628"/>
              </a:solidFill>
              <a:latin typeface="+mj-lt"/>
            </a:endParaRPr>
          </a:p>
        </p:txBody>
      </p:sp>
      <p:sp>
        <p:nvSpPr>
          <p:cNvPr id="10" name="TextBox 9">
            <a:extLst>
              <a:ext uri="{FF2B5EF4-FFF2-40B4-BE49-F238E27FC236}">
                <a16:creationId xmlns:a16="http://schemas.microsoft.com/office/drawing/2014/main" id="{AC8565E2-6B0F-F4FF-A207-F10063A91E9F}"/>
              </a:ext>
            </a:extLst>
          </p:cNvPr>
          <p:cNvSpPr txBox="1"/>
          <p:nvPr/>
        </p:nvSpPr>
        <p:spPr>
          <a:xfrm>
            <a:off x="4925933" y="4587928"/>
            <a:ext cx="954208" cy="334707"/>
          </a:xfrm>
          <a:prstGeom prst="rect">
            <a:avLst/>
          </a:prstGeom>
          <a:noFill/>
        </p:spPr>
        <p:txBody>
          <a:bodyPr wrap="square" lIns="0" tIns="0" rIns="0" bIns="0" rtlCol="0">
            <a:spAutoFit/>
          </a:bodyPr>
          <a:lstStyle/>
          <a:p>
            <a:pPr algn="ctr">
              <a:lnSpc>
                <a:spcPct val="110000"/>
              </a:lnSpc>
            </a:pPr>
            <a:r>
              <a:rPr lang="en-US" sz="1000" b="1" dirty="0">
                <a:solidFill>
                  <a:srgbClr val="21314D"/>
                </a:solidFill>
                <a:latin typeface="Courier New" panose="02070309020205020404" pitchFamily="49" charset="0"/>
                <a:cs typeface="Courier New" panose="02070309020205020404" pitchFamily="49" charset="0"/>
              </a:rPr>
              <a:t>Colorado Red</a:t>
            </a:r>
          </a:p>
          <a:p>
            <a:pPr algn="ctr">
              <a:lnSpc>
                <a:spcPct val="110000"/>
              </a:lnSpc>
            </a:pPr>
            <a:r>
              <a:rPr lang="en-US" sz="1000" b="1" dirty="0">
                <a:solidFill>
                  <a:srgbClr val="21314D"/>
                </a:solidFill>
                <a:latin typeface="Courier New" panose="02070309020205020404" pitchFamily="49" charset="0"/>
                <a:cs typeface="Courier New" panose="02070309020205020404" pitchFamily="49" charset="0"/>
              </a:rPr>
              <a:t>#CC4628</a:t>
            </a:r>
          </a:p>
        </p:txBody>
      </p:sp>
      <p:sp>
        <p:nvSpPr>
          <p:cNvPr id="11" name="Rectangle 10">
            <a:extLst>
              <a:ext uri="{FF2B5EF4-FFF2-40B4-BE49-F238E27FC236}">
                <a16:creationId xmlns:a16="http://schemas.microsoft.com/office/drawing/2014/main" id="{02B21D6C-04C9-69CA-7B16-B7E83C3439B9}"/>
              </a:ext>
            </a:extLst>
          </p:cNvPr>
          <p:cNvSpPr/>
          <p:nvPr/>
        </p:nvSpPr>
        <p:spPr>
          <a:xfrm>
            <a:off x="6453484" y="3706019"/>
            <a:ext cx="730331" cy="752461"/>
          </a:xfrm>
          <a:prstGeom prst="rect">
            <a:avLst/>
          </a:prstGeom>
          <a:solidFill>
            <a:srgbClr val="80848A"/>
          </a:solidFill>
          <a:ln>
            <a:noFill/>
          </a:ln>
        </p:spPr>
        <p:style>
          <a:lnRef idx="2">
            <a:schemeClr val="accent1">
              <a:shade val="50000"/>
            </a:schemeClr>
          </a:lnRef>
          <a:fillRef idx="1">
            <a:schemeClr val="accent1"/>
          </a:fillRef>
          <a:effectRef idx="0">
            <a:schemeClr val="accent1"/>
          </a:effectRef>
          <a:fontRef idx="minor">
            <a:schemeClr val="lt1"/>
          </a:fontRef>
        </p:style>
        <p:txBody>
          <a:bodyPr lIns="139959" tIns="69980" rIns="139959" bIns="69980" rtlCol="0" anchor="ctr"/>
          <a:lstStyle/>
          <a:p>
            <a:pPr algn="ctr"/>
            <a:endParaRPr lang="en-US" sz="2747">
              <a:solidFill>
                <a:srgbClr val="21314D"/>
              </a:solidFill>
              <a:latin typeface="+mj-lt"/>
            </a:endParaRPr>
          </a:p>
        </p:txBody>
      </p:sp>
      <p:sp>
        <p:nvSpPr>
          <p:cNvPr id="12" name="TextBox 11">
            <a:extLst>
              <a:ext uri="{FF2B5EF4-FFF2-40B4-BE49-F238E27FC236}">
                <a16:creationId xmlns:a16="http://schemas.microsoft.com/office/drawing/2014/main" id="{2666D4E2-8E33-8738-43DE-00F2749ECC02}"/>
              </a:ext>
            </a:extLst>
          </p:cNvPr>
          <p:cNvSpPr txBox="1"/>
          <p:nvPr/>
        </p:nvSpPr>
        <p:spPr>
          <a:xfrm>
            <a:off x="6453485" y="4587927"/>
            <a:ext cx="730330" cy="334707"/>
          </a:xfrm>
          <a:prstGeom prst="rect">
            <a:avLst/>
          </a:prstGeom>
          <a:noFill/>
        </p:spPr>
        <p:txBody>
          <a:bodyPr wrap="square" lIns="0" tIns="0" rIns="0" bIns="0" rtlCol="0">
            <a:spAutoFit/>
          </a:bodyPr>
          <a:lstStyle/>
          <a:p>
            <a:pPr algn="ctr">
              <a:lnSpc>
                <a:spcPct val="110000"/>
              </a:lnSpc>
            </a:pPr>
            <a:r>
              <a:rPr lang="en-US" sz="1000" b="1" dirty="0">
                <a:solidFill>
                  <a:srgbClr val="21314D"/>
                </a:solidFill>
                <a:latin typeface="Courier New" panose="02070309020205020404" pitchFamily="49" charset="0"/>
                <a:cs typeface="Courier New" panose="02070309020205020404" pitchFamily="49" charset="0"/>
              </a:rPr>
              <a:t>Silver</a:t>
            </a:r>
          </a:p>
          <a:p>
            <a:pPr algn="ctr">
              <a:lnSpc>
                <a:spcPct val="110000"/>
              </a:lnSpc>
            </a:pPr>
            <a:r>
              <a:rPr lang="en-US" sz="1000" b="1" dirty="0">
                <a:solidFill>
                  <a:srgbClr val="21314D"/>
                </a:solidFill>
                <a:latin typeface="Courier New" panose="02070309020205020404" pitchFamily="49" charset="0"/>
                <a:cs typeface="Courier New" panose="02070309020205020404" pitchFamily="49" charset="0"/>
              </a:rPr>
              <a:t>#CFDCE9</a:t>
            </a:r>
          </a:p>
        </p:txBody>
      </p:sp>
    </p:spTree>
    <p:extLst>
      <p:ext uri="{BB962C8B-B14F-4D97-AF65-F5344CB8AC3E}">
        <p14:creationId xmlns:p14="http://schemas.microsoft.com/office/powerpoint/2010/main" val="40302775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0266819-5BEE-1348-B6FC-0783EEB1502D}"/>
              </a:ext>
            </a:extLst>
          </p:cNvPr>
          <p:cNvSpPr>
            <a:spLocks noGrp="1"/>
          </p:cNvSpPr>
          <p:nvPr>
            <p:ph type="body" sz="quarter" idx="10"/>
          </p:nvPr>
        </p:nvSpPr>
        <p:spPr/>
        <p:txBody>
          <a:bodyPr/>
          <a:lstStyle/>
          <a:p>
            <a:r>
              <a:rPr lang="en-US" dirty="0"/>
              <a:t>GRAPHIC ELEMENTS</a:t>
            </a:r>
          </a:p>
        </p:txBody>
      </p:sp>
      <p:sp>
        <p:nvSpPr>
          <p:cNvPr id="3" name="Text Placeholder 2">
            <a:extLst>
              <a:ext uri="{FF2B5EF4-FFF2-40B4-BE49-F238E27FC236}">
                <a16:creationId xmlns:a16="http://schemas.microsoft.com/office/drawing/2014/main" id="{C7E5F094-6D45-2148-BEC4-FE9FE0485EBD}"/>
              </a:ext>
            </a:extLst>
          </p:cNvPr>
          <p:cNvSpPr>
            <a:spLocks noGrp="1"/>
          </p:cNvSpPr>
          <p:nvPr>
            <p:ph type="body" sz="quarter" idx="11"/>
          </p:nvPr>
        </p:nvSpPr>
        <p:spPr>
          <a:xfrm>
            <a:off x="168275" y="724754"/>
            <a:ext cx="3573546" cy="1022350"/>
          </a:xfrm>
        </p:spPr>
        <p:txBody>
          <a:bodyPr/>
          <a:lstStyle/>
          <a:p>
            <a:r>
              <a:rPr lang="en-US" sz="3600" dirty="0"/>
              <a:t>Photography</a:t>
            </a:r>
          </a:p>
        </p:txBody>
      </p:sp>
      <p:sp>
        <p:nvSpPr>
          <p:cNvPr id="9" name="Text Placeholder 8">
            <a:extLst>
              <a:ext uri="{FF2B5EF4-FFF2-40B4-BE49-F238E27FC236}">
                <a16:creationId xmlns:a16="http://schemas.microsoft.com/office/drawing/2014/main" id="{E66D19FD-A329-0648-BDB4-888451537C32}"/>
              </a:ext>
            </a:extLst>
          </p:cNvPr>
          <p:cNvSpPr>
            <a:spLocks noGrp="1"/>
          </p:cNvSpPr>
          <p:nvPr>
            <p:ph type="body" sz="quarter" idx="17"/>
          </p:nvPr>
        </p:nvSpPr>
        <p:spPr/>
        <p:txBody>
          <a:bodyPr/>
          <a:lstStyle/>
          <a:p>
            <a:r>
              <a:rPr lang="en-US" dirty="0"/>
              <a:t>14</a:t>
            </a:r>
          </a:p>
        </p:txBody>
      </p:sp>
      <p:sp>
        <p:nvSpPr>
          <p:cNvPr id="51" name="Text Placeholder 7">
            <a:extLst>
              <a:ext uri="{FF2B5EF4-FFF2-40B4-BE49-F238E27FC236}">
                <a16:creationId xmlns:a16="http://schemas.microsoft.com/office/drawing/2014/main" id="{D73E18B1-CFAB-9A44-9EB5-7F93A73BBBC8}"/>
              </a:ext>
            </a:extLst>
          </p:cNvPr>
          <p:cNvSpPr txBox="1">
            <a:spLocks/>
          </p:cNvSpPr>
          <p:nvPr/>
        </p:nvSpPr>
        <p:spPr>
          <a:xfrm>
            <a:off x="8397875" y="2681026"/>
            <a:ext cx="3636594" cy="1022350"/>
          </a:xfrm>
          <a:prstGeom prst="rect">
            <a:avLst/>
          </a:prstGeom>
        </p:spPr>
        <p:txBody>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1400" b="1" i="0" u="none" strike="noStrike" cap="none">
                <a:solidFill>
                  <a:srgbClr val="183158"/>
                </a:solidFill>
                <a:latin typeface="Courier New" panose="02070309020205020404" pitchFamily="49" charset="0"/>
                <a:ea typeface="Arial"/>
                <a:cs typeface="Courier New" panose="02070309020205020404" pitchFamily="49" charset="0"/>
                <a:sym typeface="Arial"/>
              </a:defRPr>
            </a:lvl1pPr>
            <a:lvl2pPr marR="0" lvl="1" algn="ctr" rtl="0">
              <a:lnSpc>
                <a:spcPct val="100000"/>
              </a:lnSpc>
              <a:spcBef>
                <a:spcPts val="0"/>
              </a:spcBef>
              <a:spcAft>
                <a:spcPts val="0"/>
              </a:spcAft>
              <a:buClr>
                <a:srgbClr val="000000"/>
              </a:buClr>
              <a:buFont typeface="Arial"/>
              <a:defRPr sz="1400" b="1" i="0" u="none" strike="noStrike" cap="none">
                <a:solidFill>
                  <a:srgbClr val="183158"/>
                </a:solidFill>
                <a:latin typeface="Courier New" panose="02070309020205020404" pitchFamily="49" charset="0"/>
                <a:ea typeface="Arial"/>
                <a:cs typeface="Courier New" panose="02070309020205020404" pitchFamily="49" charset="0"/>
                <a:sym typeface="Arial"/>
              </a:defRPr>
            </a:lvl2pPr>
            <a:lvl3pPr marR="0" lvl="2" algn="ctr" rtl="0">
              <a:lnSpc>
                <a:spcPct val="100000"/>
              </a:lnSpc>
              <a:spcBef>
                <a:spcPts val="0"/>
              </a:spcBef>
              <a:spcAft>
                <a:spcPts val="0"/>
              </a:spcAft>
              <a:buClr>
                <a:srgbClr val="000000"/>
              </a:buClr>
              <a:buFont typeface="Arial"/>
              <a:defRPr sz="1400" b="1" i="0" u="none" strike="noStrike" cap="none">
                <a:solidFill>
                  <a:srgbClr val="183158"/>
                </a:solidFill>
                <a:latin typeface="Courier New" panose="02070309020205020404" pitchFamily="49" charset="0"/>
                <a:ea typeface="Arial"/>
                <a:cs typeface="Courier New" panose="02070309020205020404" pitchFamily="49" charset="0"/>
                <a:sym typeface="Arial"/>
              </a:defRPr>
            </a:lvl3pPr>
            <a:lvl4pPr marR="0" lvl="3" algn="ctr" rtl="0">
              <a:lnSpc>
                <a:spcPct val="100000"/>
              </a:lnSpc>
              <a:spcBef>
                <a:spcPts val="0"/>
              </a:spcBef>
              <a:spcAft>
                <a:spcPts val="0"/>
              </a:spcAft>
              <a:buClr>
                <a:srgbClr val="000000"/>
              </a:buClr>
              <a:buFont typeface="Arial"/>
              <a:defRPr sz="1400" b="1" i="0" u="none" strike="noStrike" cap="none">
                <a:solidFill>
                  <a:srgbClr val="183158"/>
                </a:solidFill>
                <a:latin typeface="Courier New" panose="02070309020205020404" pitchFamily="49" charset="0"/>
                <a:ea typeface="Arial"/>
                <a:cs typeface="Courier New" panose="02070309020205020404" pitchFamily="49" charset="0"/>
                <a:sym typeface="Arial"/>
              </a:defRPr>
            </a:lvl4pPr>
            <a:lvl5pPr marR="0" lvl="4" algn="ctr" rtl="0">
              <a:lnSpc>
                <a:spcPct val="100000"/>
              </a:lnSpc>
              <a:spcBef>
                <a:spcPts val="0"/>
              </a:spcBef>
              <a:spcAft>
                <a:spcPts val="0"/>
              </a:spcAft>
              <a:buClr>
                <a:srgbClr val="000000"/>
              </a:buClr>
              <a:buFont typeface="Arial"/>
              <a:defRPr sz="1400" b="1" i="0" u="none" strike="noStrike" cap="none">
                <a:solidFill>
                  <a:srgbClr val="183158"/>
                </a:solidFill>
                <a:latin typeface="Courier New" panose="02070309020205020404" pitchFamily="49" charset="0"/>
                <a:ea typeface="Arial"/>
                <a:cs typeface="Courier New" panose="02070309020205020404" pitchFamily="49" charset="0"/>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dirty="0"/>
          </a:p>
        </p:txBody>
      </p:sp>
      <p:pic>
        <p:nvPicPr>
          <p:cNvPr id="17" name="Picture 16" descr="Graphical user interface, website&#10;&#10;Description automatically generated">
            <a:extLst>
              <a:ext uri="{FF2B5EF4-FFF2-40B4-BE49-F238E27FC236}">
                <a16:creationId xmlns:a16="http://schemas.microsoft.com/office/drawing/2014/main" id="{4EDDA16A-66EA-1245-8B8C-3AC05CBE1CE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2429" r="-2963"/>
          <a:stretch/>
        </p:blipFill>
        <p:spPr>
          <a:xfrm>
            <a:off x="4740701" y="1180718"/>
            <a:ext cx="7183438" cy="1672964"/>
          </a:xfrm>
          <a:prstGeom prst="rect">
            <a:avLst/>
          </a:prstGeom>
        </p:spPr>
      </p:pic>
      <p:pic>
        <p:nvPicPr>
          <p:cNvPr id="56" name="Picture 55" descr="Graphical user interface, website&#10;&#10;Description automatically generated">
            <a:extLst>
              <a:ext uri="{FF2B5EF4-FFF2-40B4-BE49-F238E27FC236}">
                <a16:creationId xmlns:a16="http://schemas.microsoft.com/office/drawing/2014/main" id="{BF7001CC-E71A-5947-AAC6-CAC88EBC90EA}"/>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906257" y="2984351"/>
            <a:ext cx="6815978" cy="3378819"/>
          </a:xfrm>
          <a:prstGeom prst="rect">
            <a:avLst/>
          </a:prstGeom>
        </p:spPr>
      </p:pic>
      <p:pic>
        <p:nvPicPr>
          <p:cNvPr id="58" name="Picture 57" descr="Graphical user interface, website&#10;&#10;Description automatically generated">
            <a:extLst>
              <a:ext uri="{FF2B5EF4-FFF2-40B4-BE49-F238E27FC236}">
                <a16:creationId xmlns:a16="http://schemas.microsoft.com/office/drawing/2014/main" id="{E860F233-30F0-C748-9350-F896917C8F51}"/>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3"/>
          <a:stretch/>
        </p:blipFill>
        <p:spPr>
          <a:xfrm>
            <a:off x="356559" y="3192201"/>
            <a:ext cx="2093799" cy="1773936"/>
          </a:xfrm>
          <a:prstGeom prst="rect">
            <a:avLst/>
          </a:prstGeom>
        </p:spPr>
      </p:pic>
      <p:pic>
        <p:nvPicPr>
          <p:cNvPr id="57" name="Picture 56" descr="Graphical user interface, website&#10;&#10;Description automatically generated">
            <a:extLst>
              <a:ext uri="{FF2B5EF4-FFF2-40B4-BE49-F238E27FC236}">
                <a16:creationId xmlns:a16="http://schemas.microsoft.com/office/drawing/2014/main" id="{2C6FCDE5-40CB-984C-95D9-6393A2816B3A}"/>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r="-7749"/>
          <a:stretch/>
        </p:blipFill>
        <p:spPr>
          <a:xfrm>
            <a:off x="168275" y="4683106"/>
            <a:ext cx="5109031" cy="1776402"/>
          </a:xfrm>
          <a:prstGeom prst="rect">
            <a:avLst/>
          </a:prstGeom>
        </p:spPr>
      </p:pic>
      <p:sp>
        <p:nvSpPr>
          <p:cNvPr id="59" name="Text Placeholder 6">
            <a:extLst>
              <a:ext uri="{FF2B5EF4-FFF2-40B4-BE49-F238E27FC236}">
                <a16:creationId xmlns:a16="http://schemas.microsoft.com/office/drawing/2014/main" id="{A5EEAC07-4EFD-C84D-8152-3F27E07265BF}"/>
              </a:ext>
            </a:extLst>
          </p:cNvPr>
          <p:cNvSpPr txBox="1">
            <a:spLocks/>
          </p:cNvSpPr>
          <p:nvPr/>
        </p:nvSpPr>
        <p:spPr>
          <a:xfrm>
            <a:off x="267861" y="1582259"/>
            <a:ext cx="4003569" cy="1248724"/>
          </a:xfrm>
          <a:prstGeom prst="rect">
            <a:avLst/>
          </a:prstGeom>
        </p:spPr>
        <p:txBody>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1400" b="1" i="0" u="none" strike="noStrike" cap="none">
                <a:solidFill>
                  <a:srgbClr val="183158"/>
                </a:solidFill>
                <a:latin typeface="Courier New" panose="02070309020205020404" pitchFamily="49" charset="0"/>
                <a:ea typeface="Arial"/>
                <a:cs typeface="Courier New" panose="02070309020205020404" pitchFamily="49" charset="0"/>
                <a:sym typeface="Arial"/>
              </a:defRPr>
            </a:lvl1pPr>
            <a:lvl2pPr marR="0" lvl="1" algn="ctr" rtl="0">
              <a:lnSpc>
                <a:spcPct val="100000"/>
              </a:lnSpc>
              <a:spcBef>
                <a:spcPts val="0"/>
              </a:spcBef>
              <a:spcAft>
                <a:spcPts val="0"/>
              </a:spcAft>
              <a:buClr>
                <a:srgbClr val="000000"/>
              </a:buClr>
              <a:buFont typeface="Arial"/>
              <a:defRPr sz="1400" b="1" i="0" u="none" strike="noStrike" cap="none">
                <a:solidFill>
                  <a:srgbClr val="183158"/>
                </a:solidFill>
                <a:latin typeface="Courier New" panose="02070309020205020404" pitchFamily="49" charset="0"/>
                <a:ea typeface="Arial"/>
                <a:cs typeface="Courier New" panose="02070309020205020404" pitchFamily="49" charset="0"/>
                <a:sym typeface="Arial"/>
              </a:defRPr>
            </a:lvl2pPr>
            <a:lvl3pPr marR="0" lvl="2" algn="ctr" rtl="0">
              <a:lnSpc>
                <a:spcPct val="100000"/>
              </a:lnSpc>
              <a:spcBef>
                <a:spcPts val="0"/>
              </a:spcBef>
              <a:spcAft>
                <a:spcPts val="0"/>
              </a:spcAft>
              <a:buClr>
                <a:srgbClr val="000000"/>
              </a:buClr>
              <a:buFont typeface="Arial"/>
              <a:defRPr sz="1400" b="1" i="0" u="none" strike="noStrike" cap="none">
                <a:solidFill>
                  <a:srgbClr val="183158"/>
                </a:solidFill>
                <a:latin typeface="Courier New" panose="02070309020205020404" pitchFamily="49" charset="0"/>
                <a:ea typeface="Arial"/>
                <a:cs typeface="Courier New" panose="02070309020205020404" pitchFamily="49" charset="0"/>
                <a:sym typeface="Arial"/>
              </a:defRPr>
            </a:lvl3pPr>
            <a:lvl4pPr marR="0" lvl="3" algn="ctr" rtl="0">
              <a:lnSpc>
                <a:spcPct val="100000"/>
              </a:lnSpc>
              <a:spcBef>
                <a:spcPts val="0"/>
              </a:spcBef>
              <a:spcAft>
                <a:spcPts val="0"/>
              </a:spcAft>
              <a:buClr>
                <a:srgbClr val="000000"/>
              </a:buClr>
              <a:buFont typeface="Arial"/>
              <a:defRPr sz="1400" b="1" i="0" u="none" strike="noStrike" cap="none">
                <a:solidFill>
                  <a:srgbClr val="183158"/>
                </a:solidFill>
                <a:latin typeface="Courier New" panose="02070309020205020404" pitchFamily="49" charset="0"/>
                <a:ea typeface="Arial"/>
                <a:cs typeface="Courier New" panose="02070309020205020404" pitchFamily="49" charset="0"/>
                <a:sym typeface="Arial"/>
              </a:defRPr>
            </a:lvl4pPr>
            <a:lvl5pPr marR="0" lvl="4" algn="ctr" rtl="0">
              <a:lnSpc>
                <a:spcPct val="100000"/>
              </a:lnSpc>
              <a:spcBef>
                <a:spcPts val="0"/>
              </a:spcBef>
              <a:spcAft>
                <a:spcPts val="0"/>
              </a:spcAft>
              <a:buClr>
                <a:srgbClr val="000000"/>
              </a:buClr>
              <a:buFont typeface="Arial"/>
              <a:defRPr sz="1400" b="1" i="0" u="none" strike="noStrike" cap="none">
                <a:solidFill>
                  <a:srgbClr val="183158"/>
                </a:solidFill>
                <a:latin typeface="Courier New" panose="02070309020205020404" pitchFamily="49" charset="0"/>
                <a:ea typeface="Arial"/>
                <a:cs typeface="Courier New" panose="02070309020205020404" pitchFamily="49" charset="0"/>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lang="en-US" b="0" dirty="0">
                <a:latin typeface="+mn-lt"/>
              </a:rPr>
              <a:t>Sometimes the difference between a</a:t>
            </a:r>
          </a:p>
          <a:p>
            <a:pPr algn="l"/>
            <a:r>
              <a:rPr lang="en-US" b="0" dirty="0">
                <a:latin typeface="+mn-lt"/>
              </a:rPr>
              <a:t>compelling photo and a weak photo is subtle. To establish a strong library of images, consider the factors listed here as you select and take photographs.</a:t>
            </a:r>
          </a:p>
        </p:txBody>
      </p:sp>
    </p:spTree>
    <p:extLst>
      <p:ext uri="{BB962C8B-B14F-4D97-AF65-F5344CB8AC3E}">
        <p14:creationId xmlns:p14="http://schemas.microsoft.com/office/powerpoint/2010/main" val="7286297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3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19398</TotalTime>
  <Words>1441</Words>
  <Application>Microsoft Macintosh PowerPoint</Application>
  <PresentationFormat>Widescreen</PresentationFormat>
  <Paragraphs>169</Paragraphs>
  <Slides>24</Slides>
  <Notes>16</Notes>
  <HiddenSlides>0</HiddenSlides>
  <MMClips>0</MMClips>
  <ScaleCrop>false</ScaleCrop>
  <HeadingPairs>
    <vt:vector size="6" baseType="variant">
      <vt:variant>
        <vt:lpstr>Fonts Used</vt:lpstr>
      </vt:variant>
      <vt:variant>
        <vt:i4>14</vt:i4>
      </vt:variant>
      <vt:variant>
        <vt:lpstr>Theme</vt:lpstr>
      </vt:variant>
      <vt:variant>
        <vt:i4>5</vt:i4>
      </vt:variant>
      <vt:variant>
        <vt:lpstr>Slide Titles</vt:lpstr>
      </vt:variant>
      <vt:variant>
        <vt:i4>24</vt:i4>
      </vt:variant>
    </vt:vector>
  </HeadingPairs>
  <TitlesOfParts>
    <vt:vector size="43" baseType="lpstr">
      <vt:lpstr>Arial</vt:lpstr>
      <vt:lpstr>Arial Black</vt:lpstr>
      <vt:lpstr>Calibri</vt:lpstr>
      <vt:lpstr>Consolas</vt:lpstr>
      <vt:lpstr>Courier New</vt:lpstr>
      <vt:lpstr>HalyardText</vt:lpstr>
      <vt:lpstr>HalyardTextBook</vt:lpstr>
      <vt:lpstr>Impact</vt:lpstr>
      <vt:lpstr>Lato</vt:lpstr>
      <vt:lpstr>Open Sans</vt:lpstr>
      <vt:lpstr>Open Sans Light</vt:lpstr>
      <vt:lpstr>Oswald</vt:lpstr>
      <vt:lpstr>Roboto Mono</vt:lpstr>
      <vt:lpstr>Roboto Mono Light</vt:lpstr>
      <vt:lpstr>Office Theme</vt:lpstr>
      <vt:lpstr>1_Custom Design</vt:lpstr>
      <vt:lpstr>2_Custom Design</vt:lpstr>
      <vt:lpstr>Custom Design</vt:lpstr>
      <vt:lpstr>3_Custom Design</vt:lpstr>
      <vt:lpstr>PowerPoint Presentation</vt:lpstr>
      <vt:lpstr>PowerPoint Presentation</vt:lpstr>
      <vt:lpstr>PowerPoint Presentation</vt:lpstr>
      <vt:lpstr>COLORADO  SCHOOL OF MINES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MINES  BRANDING</vt:lpstr>
      <vt:lpstr>INSTITUTIONAL MARK</vt:lpstr>
      <vt:lpstr>ANNIVERSARY MARK</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Ologie Three</dc:creator>
  <cp:lastModifiedBy>Christina Vessa</cp:lastModifiedBy>
  <cp:revision>87</cp:revision>
  <dcterms:created xsi:type="dcterms:W3CDTF">2022-06-01T12:48:44Z</dcterms:created>
  <dcterms:modified xsi:type="dcterms:W3CDTF">2024-11-25T16:51:17Z</dcterms:modified>
</cp:coreProperties>
</file>